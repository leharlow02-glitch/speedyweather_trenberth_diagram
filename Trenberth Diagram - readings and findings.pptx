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6"/>
  </p:notesMasterIdLst>
  <p:sldIdLst>
    <p:sldId id="256" r:id="rId2"/>
    <p:sldId id="257" r:id="rId3"/>
    <p:sldId id="258" r:id="rId4"/>
    <p:sldId id="259" r:id="rId5"/>
    <p:sldId id="269" r:id="rId6"/>
    <p:sldId id="260" r:id="rId7"/>
    <p:sldId id="261" r:id="rId8"/>
    <p:sldId id="262" r:id="rId9"/>
    <p:sldId id="263" r:id="rId10"/>
    <p:sldId id="264" r:id="rId11"/>
    <p:sldId id="265" r:id="rId12"/>
    <p:sldId id="267" r:id="rId13"/>
    <p:sldId id="266" r:id="rId14"/>
    <p:sldId id="268" r:id="rId1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DDE3B3C-7363-8DCE-4698-87CD45286F88}" v="24" dt="2025-11-27T09:59:58.481"/>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cSldViewPr>
  </p:slide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21" Type="http://schemas.microsoft.com/office/2016/11/relationships/changesInfo" Target="changesInfos/changesInfo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ucy Harlow" userId="b6953da97577db08" providerId="LiveId" clId="{52942109-46C1-429A-BA79-5CDAD4ACD42F}"/>
    <pc:docChg chg="undo custSel addSld delSld modSld sldOrd">
      <pc:chgData name="Lucy Harlow" userId="b6953da97577db08" providerId="LiveId" clId="{52942109-46C1-429A-BA79-5CDAD4ACD42F}" dt="2025-11-27T09:58:34.628" v="6421" actId="20577"/>
      <pc:docMkLst>
        <pc:docMk/>
      </pc:docMkLst>
      <pc:sldChg chg="modSp new mod">
        <pc:chgData name="Lucy Harlow" userId="b6953da97577db08" providerId="LiveId" clId="{52942109-46C1-429A-BA79-5CDAD4ACD42F}" dt="2025-11-26T12:01:07.628" v="88" actId="20577"/>
        <pc:sldMkLst>
          <pc:docMk/>
          <pc:sldMk cId="1982999467" sldId="256"/>
        </pc:sldMkLst>
        <pc:spChg chg="mod">
          <ac:chgData name="Lucy Harlow" userId="b6953da97577db08" providerId="LiveId" clId="{52942109-46C1-429A-BA79-5CDAD4ACD42F}" dt="2025-11-26T12:00:27.484" v="22"/>
          <ac:spMkLst>
            <pc:docMk/>
            <pc:sldMk cId="1982999467" sldId="256"/>
            <ac:spMk id="2" creationId="{2652C705-772C-D70C-6DEE-BCC534110690}"/>
          </ac:spMkLst>
        </pc:spChg>
        <pc:spChg chg="mod">
          <ac:chgData name="Lucy Harlow" userId="b6953da97577db08" providerId="LiveId" clId="{52942109-46C1-429A-BA79-5CDAD4ACD42F}" dt="2025-11-26T12:01:07.628" v="88" actId="20577"/>
          <ac:spMkLst>
            <pc:docMk/>
            <pc:sldMk cId="1982999467" sldId="256"/>
            <ac:spMk id="3" creationId="{AE23B280-0B92-B892-9839-F791417012F0}"/>
          </ac:spMkLst>
        </pc:spChg>
      </pc:sldChg>
      <pc:sldChg chg="modSp new mod">
        <pc:chgData name="Lucy Harlow" userId="b6953da97577db08" providerId="LiveId" clId="{52942109-46C1-429A-BA79-5CDAD4ACD42F}" dt="2025-11-26T12:02:33.956" v="380" actId="20577"/>
        <pc:sldMkLst>
          <pc:docMk/>
          <pc:sldMk cId="41749547" sldId="257"/>
        </pc:sldMkLst>
        <pc:spChg chg="mod">
          <ac:chgData name="Lucy Harlow" userId="b6953da97577db08" providerId="LiveId" clId="{52942109-46C1-429A-BA79-5CDAD4ACD42F}" dt="2025-11-26T12:01:22.830" v="110" actId="20577"/>
          <ac:spMkLst>
            <pc:docMk/>
            <pc:sldMk cId="41749547" sldId="257"/>
            <ac:spMk id="2" creationId="{EF36DC02-4ECF-17FD-3B8A-43E23D4B835E}"/>
          </ac:spMkLst>
        </pc:spChg>
        <pc:spChg chg="mod">
          <ac:chgData name="Lucy Harlow" userId="b6953da97577db08" providerId="LiveId" clId="{52942109-46C1-429A-BA79-5CDAD4ACD42F}" dt="2025-11-26T12:02:33.956" v="380" actId="20577"/>
          <ac:spMkLst>
            <pc:docMk/>
            <pc:sldMk cId="41749547" sldId="257"/>
            <ac:spMk id="3" creationId="{3FEAD2F2-70A8-2C5F-1A89-A9EF8E87D5F1}"/>
          </ac:spMkLst>
        </pc:spChg>
      </pc:sldChg>
      <pc:sldChg chg="addSp delSp modSp new mod">
        <pc:chgData name="Lucy Harlow" userId="b6953da97577db08" providerId="LiveId" clId="{52942109-46C1-429A-BA79-5CDAD4ACD42F}" dt="2025-11-26T12:07:56.546" v="1404" actId="27636"/>
        <pc:sldMkLst>
          <pc:docMk/>
          <pc:sldMk cId="656406757" sldId="258"/>
        </pc:sldMkLst>
        <pc:spChg chg="mod">
          <ac:chgData name="Lucy Harlow" userId="b6953da97577db08" providerId="LiveId" clId="{52942109-46C1-429A-BA79-5CDAD4ACD42F}" dt="2025-11-26T12:02:51.496" v="413" actId="20577"/>
          <ac:spMkLst>
            <pc:docMk/>
            <pc:sldMk cId="656406757" sldId="258"/>
            <ac:spMk id="2" creationId="{897EF7A3-CA01-7686-33B3-AACD85A5C171}"/>
          </ac:spMkLst>
        </pc:spChg>
        <pc:spChg chg="del">
          <ac:chgData name="Lucy Harlow" userId="b6953da97577db08" providerId="LiveId" clId="{52942109-46C1-429A-BA79-5CDAD4ACD42F}" dt="2025-11-26T12:03:18.518" v="414"/>
          <ac:spMkLst>
            <pc:docMk/>
            <pc:sldMk cId="656406757" sldId="258"/>
            <ac:spMk id="3" creationId="{C458549C-0FD2-B24E-9F10-873B4F836E5F}"/>
          </ac:spMkLst>
        </pc:spChg>
        <pc:spChg chg="mod">
          <ac:chgData name="Lucy Harlow" userId="b6953da97577db08" providerId="LiveId" clId="{52942109-46C1-429A-BA79-5CDAD4ACD42F}" dt="2025-11-26T12:07:56.546" v="1404" actId="27636"/>
          <ac:spMkLst>
            <pc:docMk/>
            <pc:sldMk cId="656406757" sldId="258"/>
            <ac:spMk id="4" creationId="{8CEE7A02-57DA-50D1-2C7C-52721A67A1E1}"/>
          </ac:spMkLst>
        </pc:spChg>
        <pc:picChg chg="add mod">
          <ac:chgData name="Lucy Harlow" userId="b6953da97577db08" providerId="LiveId" clId="{52942109-46C1-429A-BA79-5CDAD4ACD42F}" dt="2025-11-26T12:03:22.022" v="415" actId="1076"/>
          <ac:picMkLst>
            <pc:docMk/>
            <pc:sldMk cId="656406757" sldId="258"/>
            <ac:picMk id="5" creationId="{98940A04-1ABF-3145-51A2-B1C751A1FCAB}"/>
          </ac:picMkLst>
        </pc:picChg>
      </pc:sldChg>
      <pc:sldChg chg="new del">
        <pc:chgData name="Lucy Harlow" userId="b6953da97577db08" providerId="LiveId" clId="{52942109-46C1-429A-BA79-5CDAD4ACD42F}" dt="2025-11-26T12:02:36.918" v="382" actId="680"/>
        <pc:sldMkLst>
          <pc:docMk/>
          <pc:sldMk cId="4163076962" sldId="258"/>
        </pc:sldMkLst>
      </pc:sldChg>
      <pc:sldChg chg="new del">
        <pc:chgData name="Lucy Harlow" userId="b6953da97577db08" providerId="LiveId" clId="{52942109-46C1-429A-BA79-5CDAD4ACD42F}" dt="2025-11-26T12:08:38.548" v="1406" actId="680"/>
        <pc:sldMkLst>
          <pc:docMk/>
          <pc:sldMk cId="875249872" sldId="259"/>
        </pc:sldMkLst>
      </pc:sldChg>
      <pc:sldChg chg="addSp delSp modSp new mod">
        <pc:chgData name="Lucy Harlow" userId="b6953da97577db08" providerId="LiveId" clId="{52942109-46C1-429A-BA79-5CDAD4ACD42F}" dt="2025-11-26T12:41:08.817" v="4503" actId="1076"/>
        <pc:sldMkLst>
          <pc:docMk/>
          <pc:sldMk cId="3417677933" sldId="259"/>
        </pc:sldMkLst>
        <pc:spChg chg="add del mod">
          <ac:chgData name="Lucy Harlow" userId="b6953da97577db08" providerId="LiveId" clId="{52942109-46C1-429A-BA79-5CDAD4ACD42F}" dt="2025-11-26T12:11:03.816" v="1578"/>
          <ac:spMkLst>
            <pc:docMk/>
            <pc:sldMk cId="3417677933" sldId="259"/>
            <ac:spMk id="3" creationId="{835CD331-D6CB-F335-C419-78223D5C2BCE}"/>
          </ac:spMkLst>
        </pc:spChg>
        <pc:spChg chg="add mod">
          <ac:chgData name="Lucy Harlow" userId="b6953da97577db08" providerId="LiveId" clId="{52942109-46C1-429A-BA79-5CDAD4ACD42F}" dt="2025-11-26T12:11:40.904" v="1605" actId="1582"/>
          <ac:spMkLst>
            <pc:docMk/>
            <pc:sldMk cId="3417677933" sldId="259"/>
            <ac:spMk id="5" creationId="{724EB535-E8E3-8286-998C-0C240E8D40D0}"/>
          </ac:spMkLst>
        </pc:spChg>
        <pc:spChg chg="add mod">
          <ac:chgData name="Lucy Harlow" userId="b6953da97577db08" providerId="LiveId" clId="{52942109-46C1-429A-BA79-5CDAD4ACD42F}" dt="2025-11-26T12:12:02.408" v="1617" actId="1076"/>
          <ac:spMkLst>
            <pc:docMk/>
            <pc:sldMk cId="3417677933" sldId="259"/>
            <ac:spMk id="6" creationId="{B766EC69-37D7-6C1B-1914-2DEB95C5FCFC}"/>
          </ac:spMkLst>
        </pc:spChg>
        <pc:spChg chg="add del mod">
          <ac:chgData name="Lucy Harlow" userId="b6953da97577db08" providerId="LiveId" clId="{52942109-46C1-429A-BA79-5CDAD4ACD42F}" dt="2025-11-26T12:13:40.875" v="1635" actId="478"/>
          <ac:spMkLst>
            <pc:docMk/>
            <pc:sldMk cId="3417677933" sldId="259"/>
            <ac:spMk id="7" creationId="{78780658-6FA6-1B1A-B36B-25D75DAA09AB}"/>
          </ac:spMkLst>
        </pc:spChg>
        <pc:spChg chg="add mod">
          <ac:chgData name="Lucy Harlow" userId="b6953da97577db08" providerId="LiveId" clId="{52942109-46C1-429A-BA79-5CDAD4ACD42F}" dt="2025-11-26T12:12:08.663" v="1619" actId="14100"/>
          <ac:spMkLst>
            <pc:docMk/>
            <pc:sldMk cId="3417677933" sldId="259"/>
            <ac:spMk id="8" creationId="{B9DBE806-5245-763D-0152-AE751189679A}"/>
          </ac:spMkLst>
        </pc:spChg>
        <pc:spChg chg="add mod">
          <ac:chgData name="Lucy Harlow" userId="b6953da97577db08" providerId="LiveId" clId="{52942109-46C1-429A-BA79-5CDAD4ACD42F}" dt="2025-11-26T12:13:59.375" v="1641" actId="208"/>
          <ac:spMkLst>
            <pc:docMk/>
            <pc:sldMk cId="3417677933" sldId="259"/>
            <ac:spMk id="9" creationId="{FF05458B-FF6E-CC5B-E694-E911A6E19799}"/>
          </ac:spMkLst>
        </pc:spChg>
        <pc:spChg chg="add mod">
          <ac:chgData name="Lucy Harlow" userId="b6953da97577db08" providerId="LiveId" clId="{52942109-46C1-429A-BA79-5CDAD4ACD42F}" dt="2025-11-26T12:40:54.236" v="4499" actId="208"/>
          <ac:spMkLst>
            <pc:docMk/>
            <pc:sldMk cId="3417677933" sldId="259"/>
            <ac:spMk id="11" creationId="{F640CC18-9578-62D0-6979-AD0C4F699E79}"/>
          </ac:spMkLst>
        </pc:spChg>
        <pc:spChg chg="add mod">
          <ac:chgData name="Lucy Harlow" userId="b6953da97577db08" providerId="LiveId" clId="{52942109-46C1-429A-BA79-5CDAD4ACD42F}" dt="2025-11-26T12:41:01.029" v="4501" actId="1076"/>
          <ac:spMkLst>
            <pc:docMk/>
            <pc:sldMk cId="3417677933" sldId="259"/>
            <ac:spMk id="12" creationId="{8C2485E3-BDCC-2E45-CBDC-A227A92355CB}"/>
          </ac:spMkLst>
        </pc:spChg>
        <pc:spChg chg="add mod">
          <ac:chgData name="Lucy Harlow" userId="b6953da97577db08" providerId="LiveId" clId="{52942109-46C1-429A-BA79-5CDAD4ACD42F}" dt="2025-11-26T12:41:08.817" v="4503" actId="1076"/>
          <ac:spMkLst>
            <pc:docMk/>
            <pc:sldMk cId="3417677933" sldId="259"/>
            <ac:spMk id="13" creationId="{9B3F6948-318D-5115-F12B-F82818767BBB}"/>
          </ac:spMkLst>
        </pc:spChg>
        <pc:graphicFrameChg chg="add del mod modGraphic">
          <ac:chgData name="Lucy Harlow" userId="b6953da97577db08" providerId="LiveId" clId="{52942109-46C1-429A-BA79-5CDAD4ACD42F}" dt="2025-11-26T12:11:03.801" v="1576" actId="21"/>
          <ac:graphicFrameMkLst>
            <pc:docMk/>
            <pc:sldMk cId="3417677933" sldId="259"/>
            <ac:graphicFrameMk id="4" creationId="{F456145E-B4ED-E376-1DC9-6E7975E1973E}"/>
          </ac:graphicFrameMkLst>
        </pc:graphicFrameChg>
        <pc:picChg chg="add mod">
          <ac:chgData name="Lucy Harlow" userId="b6953da97577db08" providerId="LiveId" clId="{52942109-46C1-429A-BA79-5CDAD4ACD42F}" dt="2025-11-26T12:11:52.525" v="1613" actId="1076"/>
          <ac:picMkLst>
            <pc:docMk/>
            <pc:sldMk cId="3417677933" sldId="259"/>
            <ac:picMk id="2" creationId="{B5ACDA25-3EFC-9B12-3F29-78D1D764280A}"/>
          </ac:picMkLst>
        </pc:picChg>
        <pc:picChg chg="add mod">
          <ac:chgData name="Lucy Harlow" userId="b6953da97577db08" providerId="LiveId" clId="{52942109-46C1-429A-BA79-5CDAD4ACD42F}" dt="2025-11-26T12:27:37.134" v="3168"/>
          <ac:picMkLst>
            <pc:docMk/>
            <pc:sldMk cId="3417677933" sldId="259"/>
            <ac:picMk id="10" creationId="{9A1AAF94-1F90-0808-DCAA-3C40A4399BB9}"/>
          </ac:picMkLst>
        </pc:picChg>
      </pc:sldChg>
      <pc:sldChg chg="addSp delSp modSp new mod modTransition delAnim modAnim modNotesTx">
        <pc:chgData name="Lucy Harlow" userId="b6953da97577db08" providerId="LiveId" clId="{52942109-46C1-429A-BA79-5CDAD4ACD42F}" dt="2025-11-27T09:58:34.628" v="6421" actId="20577"/>
        <pc:sldMkLst>
          <pc:docMk/>
          <pc:sldMk cId="1612511350" sldId="260"/>
        </pc:sldMkLst>
        <pc:spChg chg="add del mod">
          <ac:chgData name="Lucy Harlow" userId="b6953da97577db08" providerId="LiveId" clId="{52942109-46C1-429A-BA79-5CDAD4ACD42F}" dt="2025-11-26T12:13:55.015" v="1640" actId="478"/>
          <ac:spMkLst>
            <pc:docMk/>
            <pc:sldMk cId="1612511350" sldId="260"/>
            <ac:spMk id="2" creationId="{EB125EF7-C866-C44F-710B-9D1DA52B9061}"/>
          </ac:spMkLst>
        </pc:spChg>
        <pc:spChg chg="add mod">
          <ac:chgData name="Lucy Harlow" userId="b6953da97577db08" providerId="LiveId" clId="{52942109-46C1-429A-BA79-5CDAD4ACD42F}" dt="2025-11-26T12:37:08.244" v="4288" actId="14100"/>
          <ac:spMkLst>
            <pc:docMk/>
            <pc:sldMk cId="1612511350" sldId="260"/>
            <ac:spMk id="3" creationId="{62FE0588-D979-F96B-B681-EEF2A9EFCA6E}"/>
          </ac:spMkLst>
        </pc:spChg>
        <pc:graphicFrameChg chg="add mod modGraphic">
          <ac:chgData name="Lucy Harlow" userId="b6953da97577db08" providerId="LiveId" clId="{52942109-46C1-429A-BA79-5CDAD4ACD42F}" dt="2025-11-27T09:58:34.628" v="6421" actId="20577"/>
          <ac:graphicFrameMkLst>
            <pc:docMk/>
            <pc:sldMk cId="1612511350" sldId="260"/>
            <ac:graphicFrameMk id="4" creationId="{F456145E-B4ED-E376-1DC9-6E7975E1973E}"/>
          </ac:graphicFrameMkLst>
        </pc:graphicFrameChg>
        <pc:picChg chg="add del mod">
          <ac:chgData name="Lucy Harlow" userId="b6953da97577db08" providerId="LiveId" clId="{52942109-46C1-429A-BA79-5CDAD4ACD42F}" dt="2025-11-26T12:27:30.660" v="3167" actId="21"/>
          <ac:picMkLst>
            <pc:docMk/>
            <pc:sldMk cId="1612511350" sldId="260"/>
            <ac:picMk id="5" creationId="{9A1AAF94-1F90-0808-DCAA-3C40A4399BB9}"/>
          </ac:picMkLst>
        </pc:picChg>
        <pc:picChg chg="add del mod">
          <ac:chgData name="Lucy Harlow" userId="b6953da97577db08" providerId="LiveId" clId="{52942109-46C1-429A-BA79-5CDAD4ACD42F}" dt="2025-11-26T12:38:05.884" v="4292" actId="22"/>
          <ac:picMkLst>
            <pc:docMk/>
            <pc:sldMk cId="1612511350" sldId="260"/>
            <ac:picMk id="7" creationId="{5201DAFC-7EFE-A5E0-F360-516DF4B8D105}"/>
          </ac:picMkLst>
        </pc:picChg>
      </pc:sldChg>
      <pc:sldChg chg="addSp modSp new mod">
        <pc:chgData name="Lucy Harlow" userId="b6953da97577db08" providerId="LiveId" clId="{52942109-46C1-429A-BA79-5CDAD4ACD42F}" dt="2025-11-26T12:39:01.375" v="4322" actId="1076"/>
        <pc:sldMkLst>
          <pc:docMk/>
          <pc:sldMk cId="1881985899" sldId="261"/>
        </pc:sldMkLst>
        <pc:spChg chg="add mod">
          <ac:chgData name="Lucy Harlow" userId="b6953da97577db08" providerId="LiveId" clId="{52942109-46C1-429A-BA79-5CDAD4ACD42F}" dt="2025-11-26T12:28:11.459" v="3206" actId="20577"/>
          <ac:spMkLst>
            <pc:docMk/>
            <pc:sldMk cId="1881985899" sldId="261"/>
            <ac:spMk id="3" creationId="{AC9D2151-93D5-DA15-5CB3-6762FEA65D8B}"/>
          </ac:spMkLst>
        </pc:spChg>
        <pc:picChg chg="add mod">
          <ac:chgData name="Lucy Harlow" userId="b6953da97577db08" providerId="LiveId" clId="{52942109-46C1-429A-BA79-5CDAD4ACD42F}" dt="2025-11-26T12:39:01.375" v="4322" actId="1076"/>
          <ac:picMkLst>
            <pc:docMk/>
            <pc:sldMk cId="1881985899" sldId="261"/>
            <ac:picMk id="2" creationId="{D52E4B85-3F79-F5BC-7E82-916A792285B5}"/>
          </ac:picMkLst>
        </pc:picChg>
        <pc:picChg chg="add mod">
          <ac:chgData name="Lucy Harlow" userId="b6953da97577db08" providerId="LiveId" clId="{52942109-46C1-429A-BA79-5CDAD4ACD42F}" dt="2025-11-26T12:38:59.845" v="4321" actId="1076"/>
          <ac:picMkLst>
            <pc:docMk/>
            <pc:sldMk cId="1881985899" sldId="261"/>
            <ac:picMk id="4" creationId="{302075E9-DBB5-5C5A-976F-635D46FE941C}"/>
          </ac:picMkLst>
        </pc:picChg>
      </pc:sldChg>
      <pc:sldChg chg="addSp delSp modSp new mod">
        <pc:chgData name="Lucy Harlow" userId="b6953da97577db08" providerId="LiveId" clId="{52942109-46C1-429A-BA79-5CDAD4ACD42F}" dt="2025-11-26T12:38:55.970" v="4320" actId="1076"/>
        <pc:sldMkLst>
          <pc:docMk/>
          <pc:sldMk cId="2178689413" sldId="262"/>
        </pc:sldMkLst>
        <pc:spChg chg="add mod">
          <ac:chgData name="Lucy Harlow" userId="b6953da97577db08" providerId="LiveId" clId="{52942109-46C1-429A-BA79-5CDAD4ACD42F}" dt="2025-11-26T12:38:23.131" v="4310" actId="14100"/>
          <ac:spMkLst>
            <pc:docMk/>
            <pc:sldMk cId="2178689413" sldId="262"/>
            <ac:spMk id="4" creationId="{637EBF59-F97E-8965-46CD-8067DD131128}"/>
          </ac:spMkLst>
        </pc:spChg>
        <pc:picChg chg="add del mod">
          <ac:chgData name="Lucy Harlow" userId="b6953da97577db08" providerId="LiveId" clId="{52942109-46C1-429A-BA79-5CDAD4ACD42F}" dt="2025-11-26T12:38:26.516" v="4312" actId="478"/>
          <ac:picMkLst>
            <pc:docMk/>
            <pc:sldMk cId="2178689413" sldId="262"/>
            <ac:picMk id="3" creationId="{A49C0201-7085-04A2-8382-095707AE26F3}"/>
          </ac:picMkLst>
        </pc:picChg>
        <pc:picChg chg="add mod">
          <ac:chgData name="Lucy Harlow" userId="b6953da97577db08" providerId="LiveId" clId="{52942109-46C1-429A-BA79-5CDAD4ACD42F}" dt="2025-11-26T12:38:54.238" v="4319" actId="14100"/>
          <ac:picMkLst>
            <pc:docMk/>
            <pc:sldMk cId="2178689413" sldId="262"/>
            <ac:picMk id="6" creationId="{8B5C8179-A279-0CD4-8781-EE910BDE429D}"/>
          </ac:picMkLst>
        </pc:picChg>
        <pc:picChg chg="add mod">
          <ac:chgData name="Lucy Harlow" userId="b6953da97577db08" providerId="LiveId" clId="{52942109-46C1-429A-BA79-5CDAD4ACD42F}" dt="2025-11-26T12:38:55.970" v="4320" actId="1076"/>
          <ac:picMkLst>
            <pc:docMk/>
            <pc:sldMk cId="2178689413" sldId="262"/>
            <ac:picMk id="8" creationId="{B833DED7-A8BA-C673-CAAC-A48A56DFFA62}"/>
          </ac:picMkLst>
        </pc:picChg>
      </pc:sldChg>
      <pc:sldChg chg="addSp modSp new mod">
        <pc:chgData name="Lucy Harlow" userId="b6953da97577db08" providerId="LiveId" clId="{52942109-46C1-429A-BA79-5CDAD4ACD42F}" dt="2025-11-27T09:58:01.535" v="6404" actId="20577"/>
        <pc:sldMkLst>
          <pc:docMk/>
          <pc:sldMk cId="2555791874" sldId="263"/>
        </pc:sldMkLst>
        <pc:spChg chg="add mod">
          <ac:chgData name="Lucy Harlow" userId="b6953da97577db08" providerId="LiveId" clId="{52942109-46C1-429A-BA79-5CDAD4ACD42F}" dt="2025-11-26T18:39:06.512" v="6336" actId="1582"/>
          <ac:spMkLst>
            <pc:docMk/>
            <pc:sldMk cId="2555791874" sldId="263"/>
            <ac:spMk id="4" creationId="{1367BD63-79E6-4347-DF8E-C6A689A83C2F}"/>
          </ac:spMkLst>
        </pc:spChg>
        <pc:graphicFrameChg chg="add mod modGraphic">
          <ac:chgData name="Lucy Harlow" userId="b6953da97577db08" providerId="LiveId" clId="{52942109-46C1-429A-BA79-5CDAD4ACD42F}" dt="2025-11-27T09:58:01.535" v="6404" actId="20577"/>
          <ac:graphicFrameMkLst>
            <pc:docMk/>
            <pc:sldMk cId="2555791874" sldId="263"/>
            <ac:graphicFrameMk id="2" creationId="{3195F676-B2D7-F22F-F04F-FBFDF0A36A33}"/>
          </ac:graphicFrameMkLst>
        </pc:graphicFrameChg>
        <pc:picChg chg="add mod">
          <ac:chgData name="Lucy Harlow" userId="b6953da97577db08" providerId="LiveId" clId="{52942109-46C1-429A-BA79-5CDAD4ACD42F}" dt="2025-11-27T09:45:12.853" v="6344" actId="1076"/>
          <ac:picMkLst>
            <pc:docMk/>
            <pc:sldMk cId="2555791874" sldId="263"/>
            <ac:picMk id="3" creationId="{0B658D05-26FA-1A8E-08CD-C24A3168A73A}"/>
          </ac:picMkLst>
        </pc:picChg>
      </pc:sldChg>
      <pc:sldChg chg="addSp delSp modSp new mod">
        <pc:chgData name="Lucy Harlow" userId="b6953da97577db08" providerId="LiveId" clId="{52942109-46C1-429A-BA79-5CDAD4ACD42F}" dt="2025-11-26T17:14:04.460" v="6033" actId="1076"/>
        <pc:sldMkLst>
          <pc:docMk/>
          <pc:sldMk cId="880657596" sldId="264"/>
        </pc:sldMkLst>
        <pc:spChg chg="add mod">
          <ac:chgData name="Lucy Harlow" userId="b6953da97577db08" providerId="LiveId" clId="{52942109-46C1-429A-BA79-5CDAD4ACD42F}" dt="2025-11-26T17:14:04.460" v="6033" actId="1076"/>
          <ac:spMkLst>
            <pc:docMk/>
            <pc:sldMk cId="880657596" sldId="264"/>
            <ac:spMk id="8" creationId="{EF74DD56-E7E3-7C33-8AFF-B8AD2CC50AB4}"/>
          </ac:spMkLst>
        </pc:spChg>
        <pc:picChg chg="add del mod">
          <ac:chgData name="Lucy Harlow" userId="b6953da97577db08" providerId="LiveId" clId="{52942109-46C1-429A-BA79-5CDAD4ACD42F}" dt="2025-11-26T17:02:54.840" v="4917" actId="478"/>
          <ac:picMkLst>
            <pc:docMk/>
            <pc:sldMk cId="880657596" sldId="264"/>
            <ac:picMk id="3" creationId="{471E4913-1DCB-9DD2-9ABC-A77415E096C1}"/>
          </ac:picMkLst>
        </pc:picChg>
        <pc:picChg chg="add mod">
          <ac:chgData name="Lucy Harlow" userId="b6953da97577db08" providerId="LiveId" clId="{52942109-46C1-429A-BA79-5CDAD4ACD42F}" dt="2025-11-26T17:03:50.719" v="4925" actId="14100"/>
          <ac:picMkLst>
            <pc:docMk/>
            <pc:sldMk cId="880657596" sldId="264"/>
            <ac:picMk id="5" creationId="{6DE8C798-8943-8B26-D53E-C1551C876740}"/>
          </ac:picMkLst>
        </pc:picChg>
        <pc:picChg chg="add mod">
          <ac:chgData name="Lucy Harlow" userId="b6953da97577db08" providerId="LiveId" clId="{52942109-46C1-429A-BA79-5CDAD4ACD42F}" dt="2025-11-26T17:03:58.561" v="4930" actId="1076"/>
          <ac:picMkLst>
            <pc:docMk/>
            <pc:sldMk cId="880657596" sldId="264"/>
            <ac:picMk id="6" creationId="{807A891D-5832-DD45-7BAE-8FDC1B19E3CD}"/>
          </ac:picMkLst>
        </pc:picChg>
        <pc:picChg chg="add mod">
          <ac:chgData name="Lucy Harlow" userId="b6953da97577db08" providerId="LiveId" clId="{52942109-46C1-429A-BA79-5CDAD4ACD42F}" dt="2025-11-26T17:03:46.160" v="4923" actId="1076"/>
          <ac:picMkLst>
            <pc:docMk/>
            <pc:sldMk cId="880657596" sldId="264"/>
            <ac:picMk id="7" creationId="{0961C16E-7059-622F-DB42-AD493AEF776F}"/>
          </ac:picMkLst>
        </pc:picChg>
      </pc:sldChg>
      <pc:sldChg chg="addSp modSp new mod">
        <pc:chgData name="Lucy Harlow" userId="b6953da97577db08" providerId="LiveId" clId="{52942109-46C1-429A-BA79-5CDAD4ACD42F}" dt="2025-11-26T18:39:18.878" v="6339" actId="14100"/>
        <pc:sldMkLst>
          <pc:docMk/>
          <pc:sldMk cId="2880197824" sldId="265"/>
        </pc:sldMkLst>
        <pc:spChg chg="add mod">
          <ac:chgData name="Lucy Harlow" userId="b6953da97577db08" providerId="LiveId" clId="{52942109-46C1-429A-BA79-5CDAD4ACD42F}" dt="2025-11-26T17:14:35.715" v="6042" actId="20577"/>
          <ac:spMkLst>
            <pc:docMk/>
            <pc:sldMk cId="2880197824" sldId="265"/>
            <ac:spMk id="2" creationId="{0639BD5F-7CC6-629C-4FCE-AEC555D9D7D7}"/>
          </ac:spMkLst>
        </pc:spChg>
        <pc:picChg chg="add mod">
          <ac:chgData name="Lucy Harlow" userId="b6953da97577db08" providerId="LiveId" clId="{52942109-46C1-429A-BA79-5CDAD4ACD42F}" dt="2025-11-26T18:39:16.705" v="6338" actId="14100"/>
          <ac:picMkLst>
            <pc:docMk/>
            <pc:sldMk cId="2880197824" sldId="265"/>
            <ac:picMk id="4" creationId="{AE49AC94-413E-D47F-ADC5-970D0447E0C0}"/>
          </ac:picMkLst>
        </pc:picChg>
        <pc:picChg chg="add mod">
          <ac:chgData name="Lucy Harlow" userId="b6953da97577db08" providerId="LiveId" clId="{52942109-46C1-429A-BA79-5CDAD4ACD42F}" dt="2025-11-26T18:39:18.878" v="6339" actId="14100"/>
          <ac:picMkLst>
            <pc:docMk/>
            <pc:sldMk cId="2880197824" sldId="265"/>
            <ac:picMk id="6" creationId="{BF0233BE-4604-2326-00D7-C680723CC2B7}"/>
          </ac:picMkLst>
        </pc:picChg>
      </pc:sldChg>
      <pc:sldChg chg="addSp modSp new mod">
        <pc:chgData name="Lucy Harlow" userId="b6953da97577db08" providerId="LiveId" clId="{52942109-46C1-429A-BA79-5CDAD4ACD42F}" dt="2025-11-26T17:22:47.319" v="6257" actId="1076"/>
        <pc:sldMkLst>
          <pc:docMk/>
          <pc:sldMk cId="413104462" sldId="266"/>
        </pc:sldMkLst>
        <pc:spChg chg="add mod">
          <ac:chgData name="Lucy Harlow" userId="b6953da97577db08" providerId="LiveId" clId="{52942109-46C1-429A-BA79-5CDAD4ACD42F}" dt="2025-11-26T17:22:38.993" v="6254" actId="403"/>
          <ac:spMkLst>
            <pc:docMk/>
            <pc:sldMk cId="413104462" sldId="266"/>
            <ac:spMk id="6" creationId="{D4AB31C5-B3F2-8E31-A13C-C7470F80AD89}"/>
          </ac:spMkLst>
        </pc:spChg>
        <pc:spChg chg="add mod">
          <ac:chgData name="Lucy Harlow" userId="b6953da97577db08" providerId="LiveId" clId="{52942109-46C1-429A-BA79-5CDAD4ACD42F}" dt="2025-11-26T17:22:47.319" v="6257" actId="1076"/>
          <ac:spMkLst>
            <pc:docMk/>
            <pc:sldMk cId="413104462" sldId="266"/>
            <ac:spMk id="7" creationId="{EEE2D8FE-0E66-A718-69F2-42097990CBAC}"/>
          </ac:spMkLst>
        </pc:spChg>
        <pc:picChg chg="add mod">
          <ac:chgData name="Lucy Harlow" userId="b6953da97577db08" providerId="LiveId" clId="{52942109-46C1-429A-BA79-5CDAD4ACD42F}" dt="2025-11-26T17:22:42.093" v="6256" actId="1076"/>
          <ac:picMkLst>
            <pc:docMk/>
            <pc:sldMk cId="413104462" sldId="266"/>
            <ac:picMk id="3" creationId="{E0904D0F-FEB1-2AE8-E994-5EEAF0F76BBD}"/>
          </ac:picMkLst>
        </pc:picChg>
        <pc:picChg chg="add mod">
          <ac:chgData name="Lucy Harlow" userId="b6953da97577db08" providerId="LiveId" clId="{52942109-46C1-429A-BA79-5CDAD4ACD42F}" dt="2025-11-26T17:22:40.784" v="6255" actId="1076"/>
          <ac:picMkLst>
            <pc:docMk/>
            <pc:sldMk cId="413104462" sldId="266"/>
            <ac:picMk id="5" creationId="{DCE49EA1-9B49-4FC1-08C5-22CC0F42D649}"/>
          </ac:picMkLst>
        </pc:picChg>
      </pc:sldChg>
      <pc:sldChg chg="modSp new mod ord">
        <pc:chgData name="Lucy Harlow" userId="b6953da97577db08" providerId="LiveId" clId="{52942109-46C1-429A-BA79-5CDAD4ACD42F}" dt="2025-11-26T17:20:30.440" v="6087" actId="20577"/>
        <pc:sldMkLst>
          <pc:docMk/>
          <pc:sldMk cId="4288908085" sldId="267"/>
        </pc:sldMkLst>
        <pc:spChg chg="mod">
          <ac:chgData name="Lucy Harlow" userId="b6953da97577db08" providerId="LiveId" clId="{52942109-46C1-429A-BA79-5CDAD4ACD42F}" dt="2025-11-26T17:20:27.154" v="6080" actId="20577"/>
          <ac:spMkLst>
            <pc:docMk/>
            <pc:sldMk cId="4288908085" sldId="267"/>
            <ac:spMk id="2" creationId="{88D9F1E2-F5DA-4998-4E35-326BD3B436F4}"/>
          </ac:spMkLst>
        </pc:spChg>
        <pc:spChg chg="mod">
          <ac:chgData name="Lucy Harlow" userId="b6953da97577db08" providerId="LiveId" clId="{52942109-46C1-429A-BA79-5CDAD4ACD42F}" dt="2025-11-26T17:20:30.440" v="6087" actId="20577"/>
          <ac:spMkLst>
            <pc:docMk/>
            <pc:sldMk cId="4288908085" sldId="267"/>
            <ac:spMk id="3" creationId="{0339C0A6-E37E-90CC-E009-34E3B64F97A3}"/>
          </ac:spMkLst>
        </pc:spChg>
      </pc:sldChg>
      <pc:sldChg chg="addSp delSp modSp new mod">
        <pc:chgData name="Lucy Harlow" userId="b6953da97577db08" providerId="LiveId" clId="{52942109-46C1-429A-BA79-5CDAD4ACD42F}" dt="2025-11-27T09:38:33.346" v="6341" actId="14100"/>
        <pc:sldMkLst>
          <pc:docMk/>
          <pc:sldMk cId="4246562073" sldId="268"/>
        </pc:sldMkLst>
        <pc:spChg chg="add mod">
          <ac:chgData name="Lucy Harlow" userId="b6953da97577db08" providerId="LiveId" clId="{52942109-46C1-429A-BA79-5CDAD4ACD42F}" dt="2025-11-26T18:20:13.862" v="6323" actId="20577"/>
          <ac:spMkLst>
            <pc:docMk/>
            <pc:sldMk cId="4246562073" sldId="268"/>
            <ac:spMk id="4" creationId="{F7DD09CF-F2C7-B132-08AD-912B6A196443}"/>
          </ac:spMkLst>
        </pc:spChg>
        <pc:picChg chg="add mod">
          <ac:chgData name="Lucy Harlow" userId="b6953da97577db08" providerId="LiveId" clId="{52942109-46C1-429A-BA79-5CDAD4ACD42F}" dt="2025-11-27T09:38:33.346" v="6341" actId="14100"/>
          <ac:picMkLst>
            <pc:docMk/>
            <pc:sldMk cId="4246562073" sldId="268"/>
            <ac:picMk id="3" creationId="{38E965F9-4055-10A0-8378-DC7F186F23BC}"/>
          </ac:picMkLst>
        </pc:picChg>
        <pc:picChg chg="add del mod">
          <ac:chgData name="Lucy Harlow" userId="b6953da97577db08" providerId="LiveId" clId="{52942109-46C1-429A-BA79-5CDAD4ACD42F}" dt="2025-11-26T18:37:20.289" v="6328" actId="478"/>
          <ac:picMkLst>
            <pc:docMk/>
            <pc:sldMk cId="4246562073" sldId="268"/>
            <ac:picMk id="6" creationId="{F6A1C2D1-EE16-0454-1CA6-48D65F85EBD2}"/>
          </ac:picMkLst>
        </pc:picChg>
      </pc:sldChg>
    </pc:docChg>
  </pc:docChgLst>
  <pc:docChgLst>
    <pc:chgData name="Guest User" providerId="Windows Live" clId="Web-{EDDE3B3C-7363-8DCE-4698-87CD45286F88}"/>
    <pc:docChg chg="addSld modSld sldOrd">
      <pc:chgData name="Guest User" userId="" providerId="Windows Live" clId="Web-{EDDE3B3C-7363-8DCE-4698-87CD45286F88}" dt="2025-11-27T09:59:58.481" v="22"/>
      <pc:docMkLst>
        <pc:docMk/>
      </pc:docMkLst>
      <pc:sldChg chg="modSp">
        <pc:chgData name="Guest User" userId="" providerId="Windows Live" clId="Web-{EDDE3B3C-7363-8DCE-4698-87CD45286F88}" dt="2025-11-27T09:59:58.481" v="22"/>
        <pc:sldMkLst>
          <pc:docMk/>
          <pc:sldMk cId="1612511350" sldId="260"/>
        </pc:sldMkLst>
        <pc:graphicFrameChg chg="mod modGraphic">
          <ac:chgData name="Guest User" userId="" providerId="Windows Live" clId="Web-{EDDE3B3C-7363-8DCE-4698-87CD45286F88}" dt="2025-11-27T09:59:58.481" v="22"/>
          <ac:graphicFrameMkLst>
            <pc:docMk/>
            <pc:sldMk cId="1612511350" sldId="260"/>
            <ac:graphicFrameMk id="4" creationId="{F456145E-B4ED-E376-1DC9-6E7975E1973E}"/>
          </ac:graphicFrameMkLst>
        </pc:graphicFrameChg>
      </pc:sldChg>
      <pc:sldChg chg="addSp delSp modSp new ord">
        <pc:chgData name="Guest User" userId="" providerId="Windows Live" clId="Web-{EDDE3B3C-7363-8DCE-4698-87CD45286F88}" dt="2025-11-27T09:58:02.363" v="12" actId="1076"/>
        <pc:sldMkLst>
          <pc:docMk/>
          <pc:sldMk cId="1512231084" sldId="269"/>
        </pc:sldMkLst>
        <pc:picChg chg="add del mod">
          <ac:chgData name="Guest User" userId="" providerId="Windows Live" clId="Web-{EDDE3B3C-7363-8DCE-4698-87CD45286F88}" dt="2025-11-27T09:56:37.766" v="5"/>
          <ac:picMkLst>
            <pc:docMk/>
            <pc:sldMk cId="1512231084" sldId="269"/>
            <ac:picMk id="2" creationId="{BB950C69-65AF-249A-2345-48339528362D}"/>
          </ac:picMkLst>
        </pc:picChg>
        <pc:picChg chg="add del mod">
          <ac:chgData name="Guest User" userId="" providerId="Windows Live" clId="Web-{EDDE3B3C-7363-8DCE-4698-87CD45286F88}" dt="2025-11-27T09:56:57.797" v="7"/>
          <ac:picMkLst>
            <pc:docMk/>
            <pc:sldMk cId="1512231084" sldId="269"/>
            <ac:picMk id="3" creationId="{4FC6F612-9734-C68A-FC5A-2BD47591804C}"/>
          </ac:picMkLst>
        </pc:picChg>
        <pc:picChg chg="add mod">
          <ac:chgData name="Guest User" userId="" providerId="Windows Live" clId="Web-{EDDE3B3C-7363-8DCE-4698-87CD45286F88}" dt="2025-11-27T09:58:02.363" v="12" actId="1076"/>
          <ac:picMkLst>
            <pc:docMk/>
            <pc:sldMk cId="1512231084" sldId="269"/>
            <ac:picMk id="4" creationId="{93E82890-168E-D67D-D098-7F8A4B619AE4}"/>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517E6A5-ED5D-45F5-B3DA-1FC6ADEA39FF}" type="datetimeFigureOut">
              <a:rPr lang="en-GB" smtClean="0"/>
              <a:t>27/11/2025</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3214800-2DD0-4B42-85D4-54B7B947B912}" type="slidenum">
              <a:rPr lang="en-GB" smtClean="0"/>
              <a:t>‹#›</a:t>
            </a:fld>
            <a:endParaRPr lang="en-GB"/>
          </a:p>
        </p:txBody>
      </p:sp>
    </p:spTree>
    <p:extLst>
      <p:ext uri="{BB962C8B-B14F-4D97-AF65-F5344CB8AC3E}">
        <p14:creationId xmlns:p14="http://schemas.microsoft.com/office/powerpoint/2010/main" val="198806104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Wien’s law- wavelength of maximum emission is inversely proportional to temperature</a:t>
            </a:r>
          </a:p>
          <a:p>
            <a:pPr marL="171450" indent="-171450">
              <a:buFontTx/>
              <a:buChar char="-"/>
            </a:pPr>
            <a:r>
              <a:rPr lang="en-GB"/>
              <a:t>Hotter bodies emit short wavelengths</a:t>
            </a:r>
          </a:p>
          <a:p>
            <a:pPr marL="171450" indent="-171450">
              <a:buFontTx/>
              <a:buChar char="-"/>
            </a:pPr>
            <a:r>
              <a:rPr lang="en-GB"/>
              <a:t>Cooler bodies emit longer wavelengths</a:t>
            </a:r>
          </a:p>
          <a:p>
            <a:pPr marL="0" indent="0">
              <a:buFontTx/>
              <a:buNone/>
            </a:pPr>
            <a:r>
              <a:rPr lang="en-GB"/>
              <a:t>Stefan-Boltzmann Law – The energy emitted by a body is directly proportional to the fourth power of the temperature of that body (5.67 x10^8 T^4)</a:t>
            </a:r>
          </a:p>
          <a:p>
            <a:pPr marL="0" indent="0">
              <a:buFontTx/>
              <a:buNone/>
            </a:pPr>
            <a:r>
              <a:rPr lang="en-GB" err="1"/>
              <a:t>Kirchoff’s</a:t>
            </a:r>
            <a:r>
              <a:rPr lang="en-GB"/>
              <a:t> Law – strong reflectors are weak absorbers</a:t>
            </a:r>
          </a:p>
          <a:p>
            <a:pPr marL="0" indent="0">
              <a:buFontTx/>
              <a:buNone/>
            </a:pPr>
            <a:r>
              <a:rPr lang="en-GB"/>
              <a:t>Raleigh Scattering</a:t>
            </a:r>
          </a:p>
          <a:p>
            <a:pPr marL="0" indent="0">
              <a:buFontTx/>
              <a:buNone/>
            </a:pPr>
            <a:r>
              <a:rPr lang="en-GB"/>
              <a:t>Mie Scattering </a:t>
            </a:r>
          </a:p>
        </p:txBody>
      </p:sp>
      <p:sp>
        <p:nvSpPr>
          <p:cNvPr id="4" name="Slide Number Placeholder 3"/>
          <p:cNvSpPr>
            <a:spLocks noGrp="1"/>
          </p:cNvSpPr>
          <p:nvPr>
            <p:ph type="sldNum" sz="quarter" idx="5"/>
          </p:nvPr>
        </p:nvSpPr>
        <p:spPr/>
        <p:txBody>
          <a:bodyPr/>
          <a:lstStyle/>
          <a:p>
            <a:fld id="{43214800-2DD0-4B42-85D4-54B7B947B912}" type="slidenum">
              <a:rPr lang="en-GB" smtClean="0"/>
              <a:t>6</a:t>
            </a:fld>
            <a:endParaRPr lang="en-GB"/>
          </a:p>
        </p:txBody>
      </p:sp>
    </p:spTree>
    <p:extLst>
      <p:ext uri="{BB962C8B-B14F-4D97-AF65-F5344CB8AC3E}">
        <p14:creationId xmlns:p14="http://schemas.microsoft.com/office/powerpoint/2010/main" val="228834291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11" name="Freeform 6"/>
          <p:cNvSpPr/>
          <p:nvPr/>
        </p:nvSpPr>
        <p:spPr bwMode="auto">
          <a:xfrm>
            <a:off x="0" y="-3175"/>
            <a:ext cx="12192000" cy="5203825"/>
          </a:xfrm>
          <a:custGeom>
            <a:avLst/>
            <a:gdLst/>
            <a:ahLst/>
            <a:cxnLst/>
            <a:rect l="0" t="0" r="r" b="b"/>
            <a:pathLst>
              <a:path w="5760" h="3278">
                <a:moveTo>
                  <a:pt x="5760" y="0"/>
                </a:moveTo>
                <a:lnTo>
                  <a:pt x="0" y="0"/>
                </a:lnTo>
                <a:lnTo>
                  <a:pt x="0" y="3090"/>
                </a:lnTo>
                <a:lnTo>
                  <a:pt x="943" y="3090"/>
                </a:lnTo>
                <a:lnTo>
                  <a:pt x="1123" y="3270"/>
                </a:lnTo>
                <a:lnTo>
                  <a:pt x="1123" y="3270"/>
                </a:lnTo>
                <a:lnTo>
                  <a:pt x="1127" y="3272"/>
                </a:lnTo>
                <a:lnTo>
                  <a:pt x="1133" y="3275"/>
                </a:lnTo>
                <a:lnTo>
                  <a:pt x="1139" y="3278"/>
                </a:lnTo>
                <a:lnTo>
                  <a:pt x="1144" y="3278"/>
                </a:lnTo>
                <a:lnTo>
                  <a:pt x="1150" y="3278"/>
                </a:lnTo>
                <a:lnTo>
                  <a:pt x="1155" y="3275"/>
                </a:lnTo>
                <a:lnTo>
                  <a:pt x="1161" y="3272"/>
                </a:lnTo>
                <a:lnTo>
                  <a:pt x="1165" y="3270"/>
                </a:lnTo>
                <a:lnTo>
                  <a:pt x="1345" y="3090"/>
                </a:lnTo>
                <a:lnTo>
                  <a:pt x="5760" y="3090"/>
                </a:lnTo>
                <a:lnTo>
                  <a:pt x="5760" y="0"/>
                </a:lnTo>
                <a:close/>
              </a:path>
            </a:pathLst>
          </a:custGeom>
          <a:ln/>
          <a:effectLst/>
          <a:extLst>
            <a:ext uri="{91240B29-F687-4f45-9708-019B960494DF}">
              <a14:hiddenLine xmlns:a14="http://schemas.microsoft.com/office/drawing/2010/main" xmlns=""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ctrTitle"/>
          </p:nvPr>
        </p:nvSpPr>
        <p:spPr>
          <a:xfrm>
            <a:off x="810001" y="1449147"/>
            <a:ext cx="10572000" cy="2971051"/>
          </a:xfrm>
        </p:spPr>
        <p:txBody>
          <a:bodyPr/>
          <a:lstStyle>
            <a:lvl1pPr>
              <a:defRPr sz="5400"/>
            </a:lvl1pPr>
          </a:lstStyle>
          <a:p>
            <a:r>
              <a:rPr lang="en-GB"/>
              <a:t>Click to edit Master title style</a:t>
            </a:r>
            <a:endParaRPr lang="en-US"/>
          </a:p>
        </p:txBody>
      </p:sp>
      <p:sp>
        <p:nvSpPr>
          <p:cNvPr id="3" name="Subtitle 2"/>
          <p:cNvSpPr>
            <a:spLocks noGrp="1"/>
          </p:cNvSpPr>
          <p:nvPr>
            <p:ph type="subTitle" idx="1"/>
          </p:nvPr>
        </p:nvSpPr>
        <p:spPr>
          <a:xfrm>
            <a:off x="810001" y="5280847"/>
            <a:ext cx="10572000" cy="434974"/>
          </a:xfrm>
        </p:spPr>
        <p:txBody>
          <a:bodyPr anchor="t"/>
          <a:lstStyle>
            <a:lvl1pPr marL="0" indent="0" algn="l">
              <a:buNone/>
              <a:defRPr>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GB"/>
              <a:t>Click to edit Master subtitle style</a:t>
            </a:r>
            <a:endParaRPr lang="en-US"/>
          </a:p>
        </p:txBody>
      </p:sp>
      <p:sp>
        <p:nvSpPr>
          <p:cNvPr id="4" name="Date Placeholder 3"/>
          <p:cNvSpPr>
            <a:spLocks noGrp="1"/>
          </p:cNvSpPr>
          <p:nvPr>
            <p:ph type="dt" sz="half" idx="10"/>
          </p:nvPr>
        </p:nvSpPr>
        <p:spPr/>
        <p:txBody>
          <a:bodyPr/>
          <a:lstStyle/>
          <a:p>
            <a:fld id="{0366B0EB-F30E-47FC-8188-D3818041AB4D}" type="datetimeFigureOut">
              <a:rPr lang="en-GB" smtClean="0"/>
              <a:t>27/11/2025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3CFF55E6-B058-41D8-BA5C-B1BB9EAB83F1}" type="slidenum">
              <a:rPr lang="en-GB" smtClean="0"/>
              <a:t>‹#›</a:t>
            </a:fld>
            <a:endParaRPr lang="en-GB"/>
          </a:p>
        </p:txBody>
      </p:sp>
    </p:spTree>
    <p:extLst>
      <p:ext uri="{BB962C8B-B14F-4D97-AF65-F5344CB8AC3E}">
        <p14:creationId xmlns:p14="http://schemas.microsoft.com/office/powerpoint/2010/main" val="315885516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11" name="Freeform 6"/>
          <p:cNvSpPr/>
          <p:nvPr/>
        </p:nvSpPr>
        <p:spPr bwMode="auto">
          <a:xfrm>
            <a:off x="0" y="0"/>
            <a:ext cx="12192000" cy="2185988"/>
          </a:xfrm>
          <a:custGeom>
            <a:avLst/>
            <a:gdLst/>
            <a:ahLst/>
            <a:cxnLst/>
            <a:rect l="0" t="0" r="r" b="b"/>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ln/>
          <a:extLst>
            <a:ext uri="{91240B29-F687-4f45-9708-019B960494DF}">
              <a14:hiddenLine xmlns:a14="http://schemas.microsoft.com/office/drawing/2010/main" xmlns=""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810000" y="447188"/>
            <a:ext cx="10571998" cy="970450"/>
          </a:xfrm>
        </p:spPr>
        <p:txBody>
          <a:bodyPr/>
          <a:lstStyle/>
          <a:p>
            <a:r>
              <a:rPr lang="en-GB"/>
              <a:t>Click to edit Master title style</a:t>
            </a:r>
            <a:endParaRPr lang="en-US"/>
          </a:p>
        </p:txBody>
      </p:sp>
      <p:sp>
        <p:nvSpPr>
          <p:cNvPr id="3" name="Content Placeholder 2"/>
          <p:cNvSpPr>
            <a:spLocks noGrp="1"/>
          </p:cNvSpPr>
          <p:nvPr>
            <p:ph idx="1"/>
          </p:nvPr>
        </p:nvSpPr>
        <p:spPr>
          <a:xfrm>
            <a:off x="818712" y="2222287"/>
            <a:ext cx="10554574" cy="3636511"/>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10"/>
          </p:nvPr>
        </p:nvSpPr>
        <p:spPr/>
        <p:txBody>
          <a:bodyPr/>
          <a:lstStyle/>
          <a:p>
            <a:fld id="{0366B0EB-F30E-47FC-8188-D3818041AB4D}" type="datetimeFigureOut">
              <a:rPr lang="en-GB" smtClean="0"/>
              <a:t>27/11/2025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3CFF55E6-B058-41D8-BA5C-B1BB9EAB83F1}" type="slidenum">
              <a:rPr lang="en-GB" smtClean="0"/>
              <a:t>‹#›</a:t>
            </a:fld>
            <a:endParaRPr lang="en-GB"/>
          </a:p>
        </p:txBody>
      </p:sp>
    </p:spTree>
    <p:extLst>
      <p:ext uri="{BB962C8B-B14F-4D97-AF65-F5344CB8AC3E}">
        <p14:creationId xmlns:p14="http://schemas.microsoft.com/office/powerpoint/2010/main" val="398132677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10" name="Freeform 7"/>
          <p:cNvSpPr/>
          <p:nvPr/>
        </p:nvSpPr>
        <p:spPr bwMode="auto">
          <a:xfrm>
            <a:off x="0" y="1"/>
            <a:ext cx="12192000" cy="5203825"/>
          </a:xfrm>
          <a:custGeom>
            <a:avLst/>
            <a:gdLst/>
            <a:ahLst/>
            <a:cxnLst/>
            <a:rect l="0" t="0" r="r" b="b"/>
            <a:pathLst>
              <a:path w="5760" h="3278">
                <a:moveTo>
                  <a:pt x="0" y="0"/>
                </a:moveTo>
                <a:lnTo>
                  <a:pt x="5760" y="0"/>
                </a:lnTo>
                <a:lnTo>
                  <a:pt x="5760" y="3090"/>
                </a:lnTo>
                <a:lnTo>
                  <a:pt x="4817" y="3090"/>
                </a:lnTo>
                <a:lnTo>
                  <a:pt x="4637" y="3270"/>
                </a:lnTo>
                <a:lnTo>
                  <a:pt x="4637" y="3270"/>
                </a:lnTo>
                <a:lnTo>
                  <a:pt x="4633" y="3272"/>
                </a:lnTo>
                <a:lnTo>
                  <a:pt x="4627" y="3275"/>
                </a:lnTo>
                <a:lnTo>
                  <a:pt x="4621" y="3278"/>
                </a:lnTo>
                <a:lnTo>
                  <a:pt x="4616" y="3278"/>
                </a:lnTo>
                <a:lnTo>
                  <a:pt x="4610" y="3278"/>
                </a:lnTo>
                <a:lnTo>
                  <a:pt x="4605" y="3275"/>
                </a:lnTo>
                <a:lnTo>
                  <a:pt x="4599" y="3272"/>
                </a:lnTo>
                <a:lnTo>
                  <a:pt x="4595" y="3270"/>
                </a:lnTo>
                <a:lnTo>
                  <a:pt x="4415" y="3090"/>
                </a:lnTo>
                <a:lnTo>
                  <a:pt x="0" y="3090"/>
                </a:lnTo>
                <a:lnTo>
                  <a:pt x="0" y="0"/>
                </a:lnTo>
                <a:lnTo>
                  <a:pt x="0" y="0"/>
                </a:lnTo>
                <a:close/>
              </a:path>
            </a:pathLst>
          </a:custGeom>
          <a:ln>
            <a:headEnd/>
            <a:tailEnd/>
          </a:ln>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810000" y="2951396"/>
            <a:ext cx="10561418" cy="1468800"/>
          </a:xfrm>
        </p:spPr>
        <p:txBody>
          <a:bodyPr anchor="b"/>
          <a:lstStyle>
            <a:lvl1pPr algn="r">
              <a:defRPr sz="4800" b="1" cap="none"/>
            </a:lvl1pPr>
          </a:lstStyle>
          <a:p>
            <a:r>
              <a:rPr lang="en-GB"/>
              <a:t>Click to edit Master title style</a:t>
            </a:r>
            <a:endParaRPr lang="en-US"/>
          </a:p>
        </p:txBody>
      </p:sp>
      <p:sp>
        <p:nvSpPr>
          <p:cNvPr id="3" name="Text Placeholder 2"/>
          <p:cNvSpPr>
            <a:spLocks noGrp="1"/>
          </p:cNvSpPr>
          <p:nvPr>
            <p:ph type="body" idx="1"/>
          </p:nvPr>
        </p:nvSpPr>
        <p:spPr>
          <a:xfrm>
            <a:off x="810000" y="5281201"/>
            <a:ext cx="10561418" cy="433955"/>
          </a:xfrm>
        </p:spPr>
        <p:txBody>
          <a:bodyPr anchor="t">
            <a:noAutofit/>
          </a:bodyPr>
          <a:lstStyle>
            <a:lvl1pPr marL="0" indent="0" algn="r">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0366B0EB-F30E-47FC-8188-D3818041AB4D}" type="datetimeFigureOut">
              <a:rPr lang="en-GB" smtClean="0"/>
              <a:t>27/11/2025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3CFF55E6-B058-41D8-BA5C-B1BB9EAB83F1}" type="slidenum">
              <a:rPr lang="en-GB" smtClean="0"/>
              <a:t>‹#›</a:t>
            </a:fld>
            <a:endParaRPr lang="en-GB"/>
          </a:p>
        </p:txBody>
      </p:sp>
    </p:spTree>
    <p:extLst>
      <p:ext uri="{BB962C8B-B14F-4D97-AF65-F5344CB8AC3E}">
        <p14:creationId xmlns:p14="http://schemas.microsoft.com/office/powerpoint/2010/main" val="223014327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Freeform 6"/>
          <p:cNvSpPr/>
          <p:nvPr/>
        </p:nvSpPr>
        <p:spPr bwMode="auto">
          <a:xfrm>
            <a:off x="0" y="0"/>
            <a:ext cx="12192000" cy="2185988"/>
          </a:xfrm>
          <a:custGeom>
            <a:avLst/>
            <a:gdLst/>
            <a:ahLst/>
            <a:cxnLst/>
            <a:rect l="0" t="0" r="r" b="b"/>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ln/>
          <a:extLst>
            <a:ext uri="{91240B29-F687-4f45-9708-019B960494DF}">
              <a14:hiddenLine xmlns:a14="http://schemas.microsoft.com/office/drawing/2010/main" xmlns=""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p:txBody>
          <a:bodyPr/>
          <a:lstStyle/>
          <a:p>
            <a:r>
              <a:rPr lang="en-GB"/>
              <a:t>Click to edit Master title style</a:t>
            </a:r>
            <a:endParaRPr lang="en-US"/>
          </a:p>
        </p:txBody>
      </p:sp>
      <p:sp>
        <p:nvSpPr>
          <p:cNvPr id="3" name="Content Placeholder 2"/>
          <p:cNvSpPr>
            <a:spLocks noGrp="1"/>
          </p:cNvSpPr>
          <p:nvPr>
            <p:ph sz="half" idx="1"/>
          </p:nvPr>
        </p:nvSpPr>
        <p:spPr>
          <a:xfrm>
            <a:off x="818712" y="2222287"/>
            <a:ext cx="5185873" cy="3638763"/>
          </a:xfrm>
        </p:spPr>
        <p:txBody>
          <a:bodyPr>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p:cNvSpPr>
            <a:spLocks noGrp="1"/>
          </p:cNvSpPr>
          <p:nvPr>
            <p:ph sz="half" idx="2"/>
          </p:nvPr>
        </p:nvSpPr>
        <p:spPr>
          <a:xfrm>
            <a:off x="6187415" y="2222287"/>
            <a:ext cx="5194583" cy="3638764"/>
          </a:xfrm>
        </p:spPr>
        <p:txBody>
          <a:bodyPr>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p:cNvSpPr>
            <a:spLocks noGrp="1"/>
          </p:cNvSpPr>
          <p:nvPr>
            <p:ph type="dt" sz="half" idx="10"/>
          </p:nvPr>
        </p:nvSpPr>
        <p:spPr/>
        <p:txBody>
          <a:bodyPr/>
          <a:lstStyle/>
          <a:p>
            <a:fld id="{0366B0EB-F30E-47FC-8188-D3818041AB4D}" type="datetimeFigureOut">
              <a:rPr lang="en-GB" smtClean="0"/>
              <a:t>27/11/2025</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3CFF55E6-B058-41D8-BA5C-B1BB9EAB83F1}" type="slidenum">
              <a:rPr lang="en-GB" smtClean="0"/>
              <a:t>‹#›</a:t>
            </a:fld>
            <a:endParaRPr lang="en-GB"/>
          </a:p>
        </p:txBody>
      </p:sp>
    </p:spTree>
    <p:extLst>
      <p:ext uri="{BB962C8B-B14F-4D97-AF65-F5344CB8AC3E}">
        <p14:creationId xmlns:p14="http://schemas.microsoft.com/office/powerpoint/2010/main" val="393028982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Freeform 6"/>
          <p:cNvSpPr/>
          <p:nvPr/>
        </p:nvSpPr>
        <p:spPr bwMode="auto">
          <a:xfrm>
            <a:off x="0" y="0"/>
            <a:ext cx="12192000" cy="2185988"/>
          </a:xfrm>
          <a:custGeom>
            <a:avLst/>
            <a:gdLst/>
            <a:ahLst/>
            <a:cxnLst/>
            <a:rect l="0" t="0" r="r" b="b"/>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ln/>
          <a:extLst>
            <a:ext uri="{91240B29-F687-4f45-9708-019B960494DF}">
              <a14:hiddenLine xmlns:a14="http://schemas.microsoft.com/office/drawing/2010/main" xmlns=""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p:txBody>
          <a:bodyPr/>
          <a:lstStyle>
            <a:lvl1pPr>
              <a:defRPr/>
            </a:lvl1pPr>
          </a:lstStyle>
          <a:p>
            <a:r>
              <a:rPr lang="en-GB"/>
              <a:t>Click to edit Master title style</a:t>
            </a:r>
            <a:endParaRPr lang="en-US"/>
          </a:p>
        </p:txBody>
      </p:sp>
      <p:sp>
        <p:nvSpPr>
          <p:cNvPr id="3" name="Text Placeholder 2"/>
          <p:cNvSpPr>
            <a:spLocks noGrp="1"/>
          </p:cNvSpPr>
          <p:nvPr>
            <p:ph type="body" idx="1"/>
          </p:nvPr>
        </p:nvSpPr>
        <p:spPr>
          <a:xfrm>
            <a:off x="814728" y="2174875"/>
            <a:ext cx="5189857" cy="576262"/>
          </a:xfrm>
        </p:spPr>
        <p:txBody>
          <a:bodyPr anchor="b">
            <a:noAutofit/>
          </a:bodyPr>
          <a:lstStyle>
            <a:lvl1pPr marL="0" indent="0" algn="ctr">
              <a:buNone/>
              <a:defRPr sz="20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814729" y="2751138"/>
            <a:ext cx="5189856" cy="3109913"/>
          </a:xfrm>
        </p:spPr>
        <p:txBody>
          <a:bodyPr anchor="t">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p:cNvSpPr>
            <a:spLocks noGrp="1"/>
          </p:cNvSpPr>
          <p:nvPr>
            <p:ph type="body" sz="quarter" idx="3"/>
          </p:nvPr>
        </p:nvSpPr>
        <p:spPr>
          <a:xfrm>
            <a:off x="6187415" y="2174875"/>
            <a:ext cx="5194583" cy="576262"/>
          </a:xfrm>
        </p:spPr>
        <p:txBody>
          <a:bodyPr anchor="b">
            <a:noAutofit/>
          </a:bodyPr>
          <a:lstStyle>
            <a:lvl1pPr marL="0" indent="0" algn="ctr">
              <a:buNone/>
              <a:defRPr sz="20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p:cNvSpPr>
            <a:spLocks noGrp="1"/>
          </p:cNvSpPr>
          <p:nvPr>
            <p:ph sz="quarter" idx="4"/>
          </p:nvPr>
        </p:nvSpPr>
        <p:spPr>
          <a:xfrm>
            <a:off x="6187415" y="2751138"/>
            <a:ext cx="5194583" cy="3109913"/>
          </a:xfrm>
        </p:spPr>
        <p:txBody>
          <a:bodyPr anchor="t">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p:cNvSpPr>
            <a:spLocks noGrp="1"/>
          </p:cNvSpPr>
          <p:nvPr>
            <p:ph type="dt" sz="half" idx="10"/>
          </p:nvPr>
        </p:nvSpPr>
        <p:spPr/>
        <p:txBody>
          <a:bodyPr/>
          <a:lstStyle/>
          <a:p>
            <a:fld id="{0366B0EB-F30E-47FC-8188-D3818041AB4D}" type="datetimeFigureOut">
              <a:rPr lang="en-GB" smtClean="0"/>
              <a:t>27/11/2025</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3CFF55E6-B058-41D8-BA5C-B1BB9EAB83F1}" type="slidenum">
              <a:rPr lang="en-GB" smtClean="0"/>
              <a:t>‹#›</a:t>
            </a:fld>
            <a:endParaRPr lang="en-GB"/>
          </a:p>
        </p:txBody>
      </p:sp>
    </p:spTree>
    <p:extLst>
      <p:ext uri="{BB962C8B-B14F-4D97-AF65-F5344CB8AC3E}">
        <p14:creationId xmlns:p14="http://schemas.microsoft.com/office/powerpoint/2010/main" val="396782442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Freeform 6"/>
          <p:cNvSpPr/>
          <p:nvPr/>
        </p:nvSpPr>
        <p:spPr bwMode="auto">
          <a:xfrm>
            <a:off x="0" y="0"/>
            <a:ext cx="12192000" cy="2185988"/>
          </a:xfrm>
          <a:custGeom>
            <a:avLst/>
            <a:gdLst/>
            <a:ahLst/>
            <a:cxnLst/>
            <a:rect l="0" t="0" r="r" b="b"/>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ln/>
          <a:extLst>
            <a:ext uri="{91240B29-F687-4f45-9708-019B960494DF}">
              <a14:hiddenLine xmlns:a14="http://schemas.microsoft.com/office/drawing/2010/main" xmlns=""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p:txBody>
          <a:bodyPr/>
          <a:lstStyle/>
          <a:p>
            <a:r>
              <a:rPr lang="en-GB"/>
              <a:t>Click to edit Master title style</a:t>
            </a:r>
            <a:endParaRPr lang="en-US"/>
          </a:p>
        </p:txBody>
      </p:sp>
      <p:sp>
        <p:nvSpPr>
          <p:cNvPr id="3" name="Date Placeholder 2"/>
          <p:cNvSpPr>
            <a:spLocks noGrp="1"/>
          </p:cNvSpPr>
          <p:nvPr>
            <p:ph type="dt" sz="half" idx="10"/>
          </p:nvPr>
        </p:nvSpPr>
        <p:spPr/>
        <p:txBody>
          <a:bodyPr/>
          <a:lstStyle/>
          <a:p>
            <a:fld id="{0366B0EB-F30E-47FC-8188-D3818041AB4D}" type="datetimeFigureOut">
              <a:rPr lang="en-GB" smtClean="0"/>
              <a:t>27/11/2025</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3CFF55E6-B058-41D8-BA5C-B1BB9EAB83F1}" type="slidenum">
              <a:rPr lang="en-GB" smtClean="0"/>
              <a:t>‹#›</a:t>
            </a:fld>
            <a:endParaRPr lang="en-GB"/>
          </a:p>
        </p:txBody>
      </p:sp>
    </p:spTree>
    <p:extLst>
      <p:ext uri="{BB962C8B-B14F-4D97-AF65-F5344CB8AC3E}">
        <p14:creationId xmlns:p14="http://schemas.microsoft.com/office/powerpoint/2010/main" val="132210387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366B0EB-F30E-47FC-8188-D3818041AB4D}" type="datetimeFigureOut">
              <a:rPr lang="en-GB" smtClean="0"/>
              <a:t>27/11/2025</a:t>
            </a:fld>
            <a:endParaRPr lang="en-GB"/>
          </a:p>
        </p:txBody>
      </p:sp>
      <p:sp>
        <p:nvSpPr>
          <p:cNvPr id="3" name="Footer Placeholder 2"/>
          <p:cNvSpPr>
            <a:spLocks noGrp="1"/>
          </p:cNvSpPr>
          <p:nvPr>
            <p:ph type="ftr" sz="quarter" idx="11"/>
          </p:nvPr>
        </p:nvSpPr>
        <p:spPr/>
        <p:txBody>
          <a:bodyPr/>
          <a:lstStyle/>
          <a:p>
            <a:endParaRPr lang="en-GB"/>
          </a:p>
        </p:txBody>
      </p:sp>
      <p:sp>
        <p:nvSpPr>
          <p:cNvPr id="4" name="Slide Number Placeholder 3"/>
          <p:cNvSpPr>
            <a:spLocks noGrp="1"/>
          </p:cNvSpPr>
          <p:nvPr>
            <p:ph type="sldNum" sz="quarter" idx="12"/>
          </p:nvPr>
        </p:nvSpPr>
        <p:spPr/>
        <p:txBody>
          <a:bodyPr/>
          <a:lstStyle/>
          <a:p>
            <a:fld id="{3CFF55E6-B058-41D8-BA5C-B1BB9EAB83F1}" type="slidenum">
              <a:rPr lang="en-GB" smtClean="0"/>
              <a:t>‹#›</a:t>
            </a:fld>
            <a:endParaRPr lang="en-GB"/>
          </a:p>
        </p:txBody>
      </p:sp>
    </p:spTree>
    <p:extLst>
      <p:ext uri="{BB962C8B-B14F-4D97-AF65-F5344CB8AC3E}">
        <p14:creationId xmlns:p14="http://schemas.microsoft.com/office/powerpoint/2010/main" val="382297996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12" name="Freeform 6"/>
          <p:cNvSpPr>
            <a:spLocks noChangeAspect="1"/>
          </p:cNvSpPr>
          <p:nvPr/>
        </p:nvSpPr>
        <p:spPr bwMode="auto">
          <a:xfrm>
            <a:off x="1073151" y="446087"/>
            <a:ext cx="3547533" cy="1814651"/>
          </a:xfrm>
          <a:custGeom>
            <a:avLst/>
            <a:gdLst/>
            <a:ahLst/>
            <a:cxnLst/>
            <a:rect l="0" t="0" r="r" b="b"/>
            <a:pathLst>
              <a:path w="3384" h="2308">
                <a:moveTo>
                  <a:pt x="3340" y="0"/>
                </a:moveTo>
                <a:lnTo>
                  <a:pt x="44" y="0"/>
                </a:lnTo>
                <a:lnTo>
                  <a:pt x="44" y="0"/>
                </a:lnTo>
                <a:lnTo>
                  <a:pt x="34" y="0"/>
                </a:lnTo>
                <a:lnTo>
                  <a:pt x="26" y="4"/>
                </a:lnTo>
                <a:lnTo>
                  <a:pt x="20" y="8"/>
                </a:lnTo>
                <a:lnTo>
                  <a:pt x="12" y="12"/>
                </a:lnTo>
                <a:lnTo>
                  <a:pt x="8" y="20"/>
                </a:lnTo>
                <a:lnTo>
                  <a:pt x="4" y="26"/>
                </a:lnTo>
                <a:lnTo>
                  <a:pt x="0" y="34"/>
                </a:lnTo>
                <a:lnTo>
                  <a:pt x="0" y="44"/>
                </a:lnTo>
                <a:lnTo>
                  <a:pt x="0" y="2076"/>
                </a:lnTo>
                <a:lnTo>
                  <a:pt x="0" y="2076"/>
                </a:lnTo>
                <a:lnTo>
                  <a:pt x="0" y="2086"/>
                </a:lnTo>
                <a:lnTo>
                  <a:pt x="4" y="2094"/>
                </a:lnTo>
                <a:lnTo>
                  <a:pt x="8" y="2100"/>
                </a:lnTo>
                <a:lnTo>
                  <a:pt x="12" y="2108"/>
                </a:lnTo>
                <a:lnTo>
                  <a:pt x="20" y="2112"/>
                </a:lnTo>
                <a:lnTo>
                  <a:pt x="26" y="2116"/>
                </a:lnTo>
                <a:lnTo>
                  <a:pt x="34" y="2120"/>
                </a:lnTo>
                <a:lnTo>
                  <a:pt x="44" y="2120"/>
                </a:lnTo>
                <a:lnTo>
                  <a:pt x="474" y="2120"/>
                </a:lnTo>
                <a:lnTo>
                  <a:pt x="650" y="2296"/>
                </a:lnTo>
                <a:lnTo>
                  <a:pt x="650" y="2296"/>
                </a:lnTo>
                <a:lnTo>
                  <a:pt x="656" y="2300"/>
                </a:lnTo>
                <a:lnTo>
                  <a:pt x="664" y="2304"/>
                </a:lnTo>
                <a:lnTo>
                  <a:pt x="672" y="2308"/>
                </a:lnTo>
                <a:lnTo>
                  <a:pt x="680" y="2308"/>
                </a:lnTo>
                <a:lnTo>
                  <a:pt x="688" y="2308"/>
                </a:lnTo>
                <a:lnTo>
                  <a:pt x="696" y="2304"/>
                </a:lnTo>
                <a:lnTo>
                  <a:pt x="704" y="2300"/>
                </a:lnTo>
                <a:lnTo>
                  <a:pt x="710" y="2296"/>
                </a:lnTo>
                <a:lnTo>
                  <a:pt x="886" y="2120"/>
                </a:lnTo>
                <a:lnTo>
                  <a:pt x="3340" y="2120"/>
                </a:lnTo>
                <a:lnTo>
                  <a:pt x="3340" y="2120"/>
                </a:lnTo>
                <a:lnTo>
                  <a:pt x="3350" y="2120"/>
                </a:lnTo>
                <a:lnTo>
                  <a:pt x="3358" y="2116"/>
                </a:lnTo>
                <a:lnTo>
                  <a:pt x="3364" y="2112"/>
                </a:lnTo>
                <a:lnTo>
                  <a:pt x="3372" y="2108"/>
                </a:lnTo>
                <a:lnTo>
                  <a:pt x="3376" y="2100"/>
                </a:lnTo>
                <a:lnTo>
                  <a:pt x="3380" y="2094"/>
                </a:lnTo>
                <a:lnTo>
                  <a:pt x="3384" y="2086"/>
                </a:lnTo>
                <a:lnTo>
                  <a:pt x="3384" y="2076"/>
                </a:lnTo>
                <a:lnTo>
                  <a:pt x="3384" y="44"/>
                </a:lnTo>
                <a:lnTo>
                  <a:pt x="3384" y="44"/>
                </a:lnTo>
                <a:lnTo>
                  <a:pt x="3384" y="34"/>
                </a:lnTo>
                <a:lnTo>
                  <a:pt x="3380" y="26"/>
                </a:lnTo>
                <a:lnTo>
                  <a:pt x="3376" y="20"/>
                </a:lnTo>
                <a:lnTo>
                  <a:pt x="3372" y="12"/>
                </a:lnTo>
                <a:lnTo>
                  <a:pt x="3364" y="8"/>
                </a:lnTo>
                <a:lnTo>
                  <a:pt x="3358" y="4"/>
                </a:lnTo>
                <a:lnTo>
                  <a:pt x="3350" y="0"/>
                </a:lnTo>
                <a:lnTo>
                  <a:pt x="3340" y="0"/>
                </a:lnTo>
                <a:lnTo>
                  <a:pt x="3340" y="0"/>
                </a:lnTo>
                <a:close/>
              </a:path>
            </a:pathLst>
          </a:custGeom>
          <a:ln/>
          <a:extLst>
            <a:ext uri="{91240B29-F687-4f45-9708-019B960494DF}">
              <a14:hiddenLine xmlns:a14="http://schemas.microsoft.com/office/drawing/2010/main" xmlns=""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1073151" y="446088"/>
            <a:ext cx="3547533" cy="1618396"/>
          </a:xfrm>
        </p:spPr>
        <p:txBody>
          <a:bodyPr anchor="b"/>
          <a:lstStyle>
            <a:lvl1pPr algn="l">
              <a:defRPr sz="2000" b="1"/>
            </a:lvl1pPr>
          </a:lstStyle>
          <a:p>
            <a:r>
              <a:rPr lang="en-GB"/>
              <a:t>Click to edit Master title style</a:t>
            </a:r>
            <a:endParaRPr lang="en-US"/>
          </a:p>
        </p:txBody>
      </p:sp>
      <p:sp>
        <p:nvSpPr>
          <p:cNvPr id="3" name="Content Placeholder 2"/>
          <p:cNvSpPr>
            <a:spLocks noGrp="1"/>
          </p:cNvSpPr>
          <p:nvPr>
            <p:ph idx="1"/>
          </p:nvPr>
        </p:nvSpPr>
        <p:spPr>
          <a:xfrm>
            <a:off x="4855633" y="446088"/>
            <a:ext cx="6252633" cy="5414963"/>
          </a:xfrm>
        </p:spPr>
        <p:txBody>
          <a:bodyPr>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p:cNvSpPr>
            <a:spLocks noGrp="1"/>
          </p:cNvSpPr>
          <p:nvPr>
            <p:ph type="body" sz="half" idx="2"/>
          </p:nvPr>
        </p:nvSpPr>
        <p:spPr>
          <a:xfrm>
            <a:off x="1073151" y="2260738"/>
            <a:ext cx="3547533" cy="3600311"/>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Date Placeholder 4"/>
          <p:cNvSpPr>
            <a:spLocks noGrp="1"/>
          </p:cNvSpPr>
          <p:nvPr>
            <p:ph type="dt" sz="half" idx="10"/>
          </p:nvPr>
        </p:nvSpPr>
        <p:spPr/>
        <p:txBody>
          <a:bodyPr/>
          <a:lstStyle/>
          <a:p>
            <a:fld id="{0366B0EB-F30E-47FC-8188-D3818041AB4D}" type="datetimeFigureOut">
              <a:rPr lang="en-GB" smtClean="0"/>
              <a:t>27/11/2025</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3CFF55E6-B058-41D8-BA5C-B1BB9EAB83F1}" type="slidenum">
              <a:rPr lang="en-GB" smtClean="0"/>
              <a:t>‹#›</a:t>
            </a:fld>
            <a:endParaRPr lang="en-GB"/>
          </a:p>
        </p:txBody>
      </p:sp>
    </p:spTree>
    <p:extLst>
      <p:ext uri="{BB962C8B-B14F-4D97-AF65-F5344CB8AC3E}">
        <p14:creationId xmlns:p14="http://schemas.microsoft.com/office/powerpoint/2010/main" val="80144782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14728" y="727522"/>
            <a:ext cx="4852988" cy="1617163"/>
          </a:xfrm>
        </p:spPr>
        <p:txBody>
          <a:bodyPr anchor="b">
            <a:normAutofit/>
          </a:bodyPr>
          <a:lstStyle>
            <a:lvl1pPr algn="l">
              <a:defRPr sz="2400" b="0"/>
            </a:lvl1pPr>
          </a:lstStyle>
          <a:p>
            <a:r>
              <a:rPr lang="en-GB"/>
              <a:t>Click to edit Master title style</a:t>
            </a:r>
            <a:endParaRPr lang="en-US"/>
          </a:p>
        </p:txBody>
      </p:sp>
      <p:sp>
        <p:nvSpPr>
          <p:cNvPr id="9" name="Picture Placeholder 11"/>
          <p:cNvSpPr>
            <a:spLocks noGrp="1" noChangeAspect="1"/>
          </p:cNvSpPr>
          <p:nvPr>
            <p:ph type="pic" sz="quarter" idx="13"/>
          </p:nvPr>
        </p:nvSpPr>
        <p:spPr bwMode="auto">
          <a:xfrm>
            <a:off x="6098117" y="0"/>
            <a:ext cx="6093883" cy="6858000"/>
          </a:xfrm>
          <a:custGeom>
            <a:avLst/>
            <a:gdLst/>
            <a:ahLst/>
            <a:cxnLst/>
            <a:rect l="0" t="0" r="r" b="b"/>
            <a:pathLst>
              <a:path w="2879" h="4320">
                <a:moveTo>
                  <a:pt x="183" y="0"/>
                </a:moveTo>
                <a:lnTo>
                  <a:pt x="183" y="1197"/>
                </a:lnTo>
                <a:lnTo>
                  <a:pt x="8" y="1372"/>
                </a:lnTo>
                <a:lnTo>
                  <a:pt x="8" y="1372"/>
                </a:lnTo>
                <a:lnTo>
                  <a:pt x="6" y="1376"/>
                </a:lnTo>
                <a:lnTo>
                  <a:pt x="3" y="1382"/>
                </a:lnTo>
                <a:lnTo>
                  <a:pt x="0" y="1387"/>
                </a:lnTo>
                <a:lnTo>
                  <a:pt x="0" y="1393"/>
                </a:lnTo>
                <a:lnTo>
                  <a:pt x="0" y="1399"/>
                </a:lnTo>
                <a:lnTo>
                  <a:pt x="3" y="1404"/>
                </a:lnTo>
                <a:lnTo>
                  <a:pt x="6" y="1410"/>
                </a:lnTo>
                <a:lnTo>
                  <a:pt x="8" y="1414"/>
                </a:lnTo>
                <a:lnTo>
                  <a:pt x="183" y="1589"/>
                </a:lnTo>
                <a:lnTo>
                  <a:pt x="183" y="4320"/>
                </a:lnTo>
                <a:lnTo>
                  <a:pt x="2879" y="4320"/>
                </a:lnTo>
                <a:lnTo>
                  <a:pt x="2879" y="0"/>
                </a:lnTo>
                <a:lnTo>
                  <a:pt x="183" y="0"/>
                </a:lnTo>
                <a:close/>
              </a:path>
            </a:pathLst>
          </a:custGeom>
          <a:noFill/>
          <a:ln w="9525">
            <a:solidFill>
              <a:schemeClr val="tx2"/>
            </a:solidFill>
            <a:round/>
            <a:headEnd/>
            <a:tailEnd/>
          </a:ln>
          <a:effectLst/>
        </p:spPr>
        <p:txBody>
          <a:bodyPr wrap="square" numCol="1" anchor="t" anchorCtr="0" compatLnSpc="1">
            <a:prstTxWarp prst="textNoShape">
              <a:avLst/>
            </a:prstTxWarp>
            <a:normAutofit/>
          </a:bodyPr>
          <a:lstStyle>
            <a:lvl1pPr algn="ctr">
              <a:buFontTx/>
              <a:buNone/>
              <a:defRPr sz="1400"/>
            </a:lvl1pPr>
          </a:lstStyle>
          <a:p>
            <a:r>
              <a:rPr lang="en-GB"/>
              <a:t>Click icon to add picture</a:t>
            </a:r>
            <a:endParaRPr lang="en-US"/>
          </a:p>
        </p:txBody>
      </p:sp>
      <p:sp>
        <p:nvSpPr>
          <p:cNvPr id="4" name="Text Placeholder 3"/>
          <p:cNvSpPr>
            <a:spLocks noGrp="1"/>
          </p:cNvSpPr>
          <p:nvPr>
            <p:ph type="body" sz="half" idx="2"/>
          </p:nvPr>
        </p:nvSpPr>
        <p:spPr>
          <a:xfrm>
            <a:off x="814728" y="2344684"/>
            <a:ext cx="4852988" cy="3516365"/>
          </a:xfrm>
        </p:spPr>
        <p:txBody>
          <a:bodyPr anchor="t">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Date Placeholder 4"/>
          <p:cNvSpPr>
            <a:spLocks noGrp="1"/>
          </p:cNvSpPr>
          <p:nvPr>
            <p:ph type="dt" sz="half" idx="10"/>
          </p:nvPr>
        </p:nvSpPr>
        <p:spPr>
          <a:xfrm>
            <a:off x="3885810" y="6041362"/>
            <a:ext cx="976879" cy="365125"/>
          </a:xfrm>
        </p:spPr>
        <p:txBody>
          <a:bodyPr/>
          <a:lstStyle/>
          <a:p>
            <a:fld id="{0366B0EB-F30E-47FC-8188-D3818041AB4D}" type="datetimeFigureOut">
              <a:rPr lang="en-GB" smtClean="0"/>
              <a:t>27/11/2025</a:t>
            </a:fld>
            <a:endParaRPr lang="en-GB"/>
          </a:p>
        </p:txBody>
      </p:sp>
      <p:sp>
        <p:nvSpPr>
          <p:cNvPr id="6" name="Footer Placeholder 5"/>
          <p:cNvSpPr>
            <a:spLocks noGrp="1"/>
          </p:cNvSpPr>
          <p:nvPr>
            <p:ph type="ftr" sz="quarter" idx="11"/>
          </p:nvPr>
        </p:nvSpPr>
        <p:spPr>
          <a:xfrm>
            <a:off x="590396" y="6041362"/>
            <a:ext cx="3295413" cy="365125"/>
          </a:xfrm>
        </p:spPr>
        <p:txBody>
          <a:bodyPr/>
          <a:lstStyle/>
          <a:p>
            <a:endParaRPr lang="en-GB"/>
          </a:p>
        </p:txBody>
      </p:sp>
      <p:sp>
        <p:nvSpPr>
          <p:cNvPr id="7" name="Slide Number Placeholder 6"/>
          <p:cNvSpPr>
            <a:spLocks noGrp="1"/>
          </p:cNvSpPr>
          <p:nvPr>
            <p:ph type="sldNum" sz="quarter" idx="12"/>
          </p:nvPr>
        </p:nvSpPr>
        <p:spPr>
          <a:xfrm>
            <a:off x="4862689" y="5915888"/>
            <a:ext cx="1062155" cy="490599"/>
          </a:xfrm>
        </p:spPr>
        <p:txBody>
          <a:bodyPr/>
          <a:lstStyle/>
          <a:p>
            <a:fld id="{3CFF55E6-B058-41D8-BA5C-B1BB9EAB83F1}" type="slidenum">
              <a:rPr lang="en-GB" smtClean="0"/>
              <a:t>‹#›</a:t>
            </a:fld>
            <a:endParaRPr lang="en-GB"/>
          </a:p>
        </p:txBody>
      </p:sp>
    </p:spTree>
    <p:extLst>
      <p:ext uri="{BB962C8B-B14F-4D97-AF65-F5344CB8AC3E}">
        <p14:creationId xmlns:p14="http://schemas.microsoft.com/office/powerpoint/2010/main" val="21650370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10000" y="4800600"/>
            <a:ext cx="10561418" cy="566738"/>
          </a:xfrm>
        </p:spPr>
        <p:txBody>
          <a:bodyPr anchor="b">
            <a:normAutofit/>
          </a:bodyPr>
          <a:lstStyle>
            <a:lvl1pPr algn="l">
              <a:defRPr sz="2400" b="0"/>
            </a:lvl1pPr>
          </a:lstStyle>
          <a:p>
            <a:r>
              <a:rPr lang="en-GB"/>
              <a:t>Click to edit Master title style</a:t>
            </a:r>
            <a:endParaRPr lang="en-US"/>
          </a:p>
        </p:txBody>
      </p:sp>
      <p:sp>
        <p:nvSpPr>
          <p:cNvPr id="15" name="Picture Placeholder 14"/>
          <p:cNvSpPr>
            <a:spLocks noGrp="1" noChangeAspect="1"/>
          </p:cNvSpPr>
          <p:nvPr>
            <p:ph type="pic" sz="quarter" idx="13"/>
          </p:nvPr>
        </p:nvSpPr>
        <p:spPr bwMode="auto">
          <a:xfrm>
            <a:off x="0" y="0"/>
            <a:ext cx="12192000" cy="4800600"/>
          </a:xfrm>
          <a:custGeom>
            <a:avLst/>
            <a:gdLst/>
            <a:ahLst/>
            <a:cxnLst/>
            <a:rect l="0" t="0" r="r" b="b"/>
            <a:pathLst>
              <a:path w="5760" h="3289">
                <a:moveTo>
                  <a:pt x="5760" y="0"/>
                </a:moveTo>
                <a:lnTo>
                  <a:pt x="0" y="0"/>
                </a:lnTo>
                <a:lnTo>
                  <a:pt x="0" y="3100"/>
                </a:lnTo>
                <a:lnTo>
                  <a:pt x="943" y="3100"/>
                </a:lnTo>
                <a:lnTo>
                  <a:pt x="1123" y="3281"/>
                </a:lnTo>
                <a:lnTo>
                  <a:pt x="1123" y="3281"/>
                </a:lnTo>
                <a:lnTo>
                  <a:pt x="1127" y="3283"/>
                </a:lnTo>
                <a:lnTo>
                  <a:pt x="1133" y="3286"/>
                </a:lnTo>
                <a:lnTo>
                  <a:pt x="1139" y="3289"/>
                </a:lnTo>
                <a:lnTo>
                  <a:pt x="1144" y="3289"/>
                </a:lnTo>
                <a:lnTo>
                  <a:pt x="1150" y="3289"/>
                </a:lnTo>
                <a:lnTo>
                  <a:pt x="1155" y="3286"/>
                </a:lnTo>
                <a:lnTo>
                  <a:pt x="1161" y="3283"/>
                </a:lnTo>
                <a:lnTo>
                  <a:pt x="1165" y="3281"/>
                </a:lnTo>
                <a:lnTo>
                  <a:pt x="1345" y="3100"/>
                </a:lnTo>
                <a:lnTo>
                  <a:pt x="5760" y="3100"/>
                </a:lnTo>
                <a:lnTo>
                  <a:pt x="5760" y="0"/>
                </a:lnTo>
                <a:close/>
              </a:path>
            </a:pathLst>
          </a:custGeom>
          <a:noFill/>
          <a:ln>
            <a:solidFill>
              <a:schemeClr val="tx2"/>
            </a:solidFill>
          </a:ln>
        </p:spPr>
        <p:style>
          <a:lnRef idx="1">
            <a:schemeClr val="accent1"/>
          </a:lnRef>
          <a:fillRef idx="3">
            <a:schemeClr val="accent1"/>
          </a:fillRef>
          <a:effectRef idx="2">
            <a:schemeClr val="accent1"/>
          </a:effectRef>
          <a:fontRef idx="minor">
            <a:schemeClr val="lt1"/>
          </a:fontRef>
        </p:style>
        <p:txBody>
          <a:bodyPr wrap="square" numCol="1" anchor="t" anchorCtr="0" compatLnSpc="1">
            <a:prstTxWarp prst="textNoShape">
              <a:avLst/>
            </a:prstTxWarp>
            <a:normAutofit/>
          </a:bodyPr>
          <a:lstStyle>
            <a:lvl1pPr marL="0" indent="0" algn="ctr">
              <a:buFontTx/>
              <a:buNone/>
              <a:defRPr sz="1600"/>
            </a:lvl1pPr>
          </a:lstStyle>
          <a:p>
            <a:r>
              <a:rPr lang="en-GB"/>
              <a:t>Click icon to add picture</a:t>
            </a:r>
            <a:endParaRPr lang="en-US"/>
          </a:p>
        </p:txBody>
      </p:sp>
      <p:sp>
        <p:nvSpPr>
          <p:cNvPr id="4" name="Text Placeholder 3"/>
          <p:cNvSpPr>
            <a:spLocks noGrp="1"/>
          </p:cNvSpPr>
          <p:nvPr>
            <p:ph type="body" sz="half" idx="2"/>
          </p:nvPr>
        </p:nvSpPr>
        <p:spPr>
          <a:xfrm>
            <a:off x="810000" y="5367338"/>
            <a:ext cx="10561418"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Date Placeholder 4"/>
          <p:cNvSpPr>
            <a:spLocks noGrp="1"/>
          </p:cNvSpPr>
          <p:nvPr>
            <p:ph type="dt" sz="half" idx="10"/>
          </p:nvPr>
        </p:nvSpPr>
        <p:spPr/>
        <p:txBody>
          <a:bodyPr/>
          <a:lstStyle/>
          <a:p>
            <a:fld id="{0366B0EB-F30E-47FC-8188-D3818041AB4D}" type="datetimeFigureOut">
              <a:rPr lang="en-GB" smtClean="0"/>
              <a:t>27/11/2025</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3CFF55E6-B058-41D8-BA5C-B1BB9EAB83F1}" type="slidenum">
              <a:rPr lang="en-GB" smtClean="0"/>
              <a:t>‹#›</a:t>
            </a:fld>
            <a:endParaRPr lang="en-GB"/>
          </a:p>
        </p:txBody>
      </p:sp>
    </p:spTree>
    <p:extLst>
      <p:ext uri="{BB962C8B-B14F-4D97-AF65-F5344CB8AC3E}">
        <p14:creationId xmlns:p14="http://schemas.microsoft.com/office/powerpoint/2010/main" val="208730580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8" name="Freeform 6"/>
          <p:cNvSpPr>
            <a:spLocks noChangeAspect="1"/>
          </p:cNvSpPr>
          <p:nvPr/>
        </p:nvSpPr>
        <p:spPr bwMode="auto">
          <a:xfrm>
            <a:off x="631697" y="1081456"/>
            <a:ext cx="6332416" cy="3239188"/>
          </a:xfrm>
          <a:custGeom>
            <a:avLst/>
            <a:gdLst/>
            <a:ahLst/>
            <a:cxnLst/>
            <a:rect l="0" t="0" r="r" b="b"/>
            <a:pathLst>
              <a:path w="3384" h="2308">
                <a:moveTo>
                  <a:pt x="3340" y="0"/>
                </a:moveTo>
                <a:lnTo>
                  <a:pt x="44" y="0"/>
                </a:lnTo>
                <a:lnTo>
                  <a:pt x="44" y="0"/>
                </a:lnTo>
                <a:lnTo>
                  <a:pt x="34" y="0"/>
                </a:lnTo>
                <a:lnTo>
                  <a:pt x="26" y="4"/>
                </a:lnTo>
                <a:lnTo>
                  <a:pt x="20" y="8"/>
                </a:lnTo>
                <a:lnTo>
                  <a:pt x="12" y="12"/>
                </a:lnTo>
                <a:lnTo>
                  <a:pt x="8" y="20"/>
                </a:lnTo>
                <a:lnTo>
                  <a:pt x="4" y="26"/>
                </a:lnTo>
                <a:lnTo>
                  <a:pt x="0" y="34"/>
                </a:lnTo>
                <a:lnTo>
                  <a:pt x="0" y="44"/>
                </a:lnTo>
                <a:lnTo>
                  <a:pt x="0" y="2076"/>
                </a:lnTo>
                <a:lnTo>
                  <a:pt x="0" y="2076"/>
                </a:lnTo>
                <a:lnTo>
                  <a:pt x="0" y="2086"/>
                </a:lnTo>
                <a:lnTo>
                  <a:pt x="4" y="2094"/>
                </a:lnTo>
                <a:lnTo>
                  <a:pt x="8" y="2100"/>
                </a:lnTo>
                <a:lnTo>
                  <a:pt x="12" y="2108"/>
                </a:lnTo>
                <a:lnTo>
                  <a:pt x="20" y="2112"/>
                </a:lnTo>
                <a:lnTo>
                  <a:pt x="26" y="2116"/>
                </a:lnTo>
                <a:lnTo>
                  <a:pt x="34" y="2120"/>
                </a:lnTo>
                <a:lnTo>
                  <a:pt x="44" y="2120"/>
                </a:lnTo>
                <a:lnTo>
                  <a:pt x="474" y="2120"/>
                </a:lnTo>
                <a:lnTo>
                  <a:pt x="650" y="2296"/>
                </a:lnTo>
                <a:lnTo>
                  <a:pt x="650" y="2296"/>
                </a:lnTo>
                <a:lnTo>
                  <a:pt x="656" y="2300"/>
                </a:lnTo>
                <a:lnTo>
                  <a:pt x="664" y="2304"/>
                </a:lnTo>
                <a:lnTo>
                  <a:pt x="672" y="2308"/>
                </a:lnTo>
                <a:lnTo>
                  <a:pt x="680" y="2308"/>
                </a:lnTo>
                <a:lnTo>
                  <a:pt x="688" y="2308"/>
                </a:lnTo>
                <a:lnTo>
                  <a:pt x="696" y="2304"/>
                </a:lnTo>
                <a:lnTo>
                  <a:pt x="704" y="2300"/>
                </a:lnTo>
                <a:lnTo>
                  <a:pt x="710" y="2296"/>
                </a:lnTo>
                <a:lnTo>
                  <a:pt x="886" y="2120"/>
                </a:lnTo>
                <a:lnTo>
                  <a:pt x="3340" y="2120"/>
                </a:lnTo>
                <a:lnTo>
                  <a:pt x="3340" y="2120"/>
                </a:lnTo>
                <a:lnTo>
                  <a:pt x="3350" y="2120"/>
                </a:lnTo>
                <a:lnTo>
                  <a:pt x="3358" y="2116"/>
                </a:lnTo>
                <a:lnTo>
                  <a:pt x="3364" y="2112"/>
                </a:lnTo>
                <a:lnTo>
                  <a:pt x="3372" y="2108"/>
                </a:lnTo>
                <a:lnTo>
                  <a:pt x="3376" y="2100"/>
                </a:lnTo>
                <a:lnTo>
                  <a:pt x="3380" y="2094"/>
                </a:lnTo>
                <a:lnTo>
                  <a:pt x="3384" y="2086"/>
                </a:lnTo>
                <a:lnTo>
                  <a:pt x="3384" y="2076"/>
                </a:lnTo>
                <a:lnTo>
                  <a:pt x="3384" y="44"/>
                </a:lnTo>
                <a:lnTo>
                  <a:pt x="3384" y="44"/>
                </a:lnTo>
                <a:lnTo>
                  <a:pt x="3384" y="34"/>
                </a:lnTo>
                <a:lnTo>
                  <a:pt x="3380" y="26"/>
                </a:lnTo>
                <a:lnTo>
                  <a:pt x="3376" y="20"/>
                </a:lnTo>
                <a:lnTo>
                  <a:pt x="3372" y="12"/>
                </a:lnTo>
                <a:lnTo>
                  <a:pt x="3364" y="8"/>
                </a:lnTo>
                <a:lnTo>
                  <a:pt x="3358" y="4"/>
                </a:lnTo>
                <a:lnTo>
                  <a:pt x="3350" y="0"/>
                </a:lnTo>
                <a:lnTo>
                  <a:pt x="3340" y="0"/>
                </a:lnTo>
                <a:lnTo>
                  <a:pt x="3340" y="0"/>
                </a:lnTo>
                <a:close/>
              </a:path>
            </a:pathLst>
          </a:custGeom>
          <a:ln>
            <a:solidFill>
              <a:schemeClr val="accent1"/>
            </a:solidFill>
          </a:ln>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850985" y="1238502"/>
            <a:ext cx="5893840" cy="2645912"/>
          </a:xfrm>
        </p:spPr>
        <p:txBody>
          <a:bodyPr anchor="b"/>
          <a:lstStyle>
            <a:lvl1pPr algn="l">
              <a:defRPr sz="4200" b="1" cap="none"/>
            </a:lvl1pPr>
          </a:lstStyle>
          <a:p>
            <a:r>
              <a:rPr lang="en-GB"/>
              <a:t>Click to edit Master title style</a:t>
            </a:r>
            <a:endParaRPr lang="en-US"/>
          </a:p>
        </p:txBody>
      </p:sp>
      <p:sp>
        <p:nvSpPr>
          <p:cNvPr id="3" name="Text Placeholder 2"/>
          <p:cNvSpPr>
            <a:spLocks noGrp="1"/>
          </p:cNvSpPr>
          <p:nvPr>
            <p:ph type="body" idx="1"/>
          </p:nvPr>
        </p:nvSpPr>
        <p:spPr>
          <a:xfrm>
            <a:off x="853190" y="4443680"/>
            <a:ext cx="5891636" cy="713241"/>
          </a:xfrm>
        </p:spPr>
        <p:txBody>
          <a:bodyPr anchor="t">
            <a:no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a:t>Click to edit Master text styles</a:t>
            </a:r>
          </a:p>
        </p:txBody>
      </p:sp>
      <p:sp>
        <p:nvSpPr>
          <p:cNvPr id="9" name="Text Placeholder 5"/>
          <p:cNvSpPr>
            <a:spLocks noGrp="1"/>
          </p:cNvSpPr>
          <p:nvPr>
            <p:ph type="body" sz="quarter" idx="16"/>
          </p:nvPr>
        </p:nvSpPr>
        <p:spPr>
          <a:xfrm>
            <a:off x="7574642" y="1081456"/>
            <a:ext cx="3810001" cy="4075465"/>
          </a:xfrm>
        </p:spPr>
        <p:txBody>
          <a:bodyPr anchor="t"/>
          <a:lstStyle>
            <a:lvl1pPr marL="0" indent="0">
              <a:buFontTx/>
              <a:buNone/>
              <a:defRPr/>
            </a:lvl1pPr>
          </a:lstStyle>
          <a:p>
            <a:pPr lvl="0"/>
            <a:r>
              <a:rPr lang="en-GB"/>
              <a:t>Click to edit Master text styles</a:t>
            </a:r>
          </a:p>
        </p:txBody>
      </p:sp>
      <p:sp>
        <p:nvSpPr>
          <p:cNvPr id="4" name="Date Placeholder 3"/>
          <p:cNvSpPr>
            <a:spLocks noGrp="1"/>
          </p:cNvSpPr>
          <p:nvPr>
            <p:ph type="dt" sz="half" idx="10"/>
          </p:nvPr>
        </p:nvSpPr>
        <p:spPr/>
        <p:txBody>
          <a:bodyPr/>
          <a:lstStyle/>
          <a:p>
            <a:fld id="{0366B0EB-F30E-47FC-8188-D3818041AB4D}" type="datetimeFigureOut">
              <a:rPr lang="en-GB" smtClean="0"/>
              <a:t>27/11/2025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3CFF55E6-B058-41D8-BA5C-B1BB9EAB83F1}" type="slidenum">
              <a:rPr lang="en-GB" smtClean="0"/>
              <a:t>‹#›</a:t>
            </a:fld>
            <a:endParaRPr lang="en-GB"/>
          </a:p>
        </p:txBody>
      </p:sp>
    </p:spTree>
    <p:extLst>
      <p:ext uri="{BB962C8B-B14F-4D97-AF65-F5344CB8AC3E}">
        <p14:creationId xmlns:p14="http://schemas.microsoft.com/office/powerpoint/2010/main" val="313739033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9" name="Freeform 6"/>
          <p:cNvSpPr>
            <a:spLocks noChangeAspect="1"/>
          </p:cNvSpPr>
          <p:nvPr/>
        </p:nvSpPr>
        <p:spPr bwMode="auto">
          <a:xfrm>
            <a:off x="1140884" y="2286585"/>
            <a:ext cx="4895115" cy="2503972"/>
          </a:xfrm>
          <a:custGeom>
            <a:avLst/>
            <a:gdLst/>
            <a:ahLst/>
            <a:cxnLst/>
            <a:rect l="0" t="0" r="r" b="b"/>
            <a:pathLst>
              <a:path w="3384" h="2308">
                <a:moveTo>
                  <a:pt x="3340" y="0"/>
                </a:moveTo>
                <a:lnTo>
                  <a:pt x="44" y="0"/>
                </a:lnTo>
                <a:lnTo>
                  <a:pt x="44" y="0"/>
                </a:lnTo>
                <a:lnTo>
                  <a:pt x="34" y="0"/>
                </a:lnTo>
                <a:lnTo>
                  <a:pt x="26" y="4"/>
                </a:lnTo>
                <a:lnTo>
                  <a:pt x="20" y="8"/>
                </a:lnTo>
                <a:lnTo>
                  <a:pt x="12" y="12"/>
                </a:lnTo>
                <a:lnTo>
                  <a:pt x="8" y="20"/>
                </a:lnTo>
                <a:lnTo>
                  <a:pt x="4" y="26"/>
                </a:lnTo>
                <a:lnTo>
                  <a:pt x="0" y="34"/>
                </a:lnTo>
                <a:lnTo>
                  <a:pt x="0" y="44"/>
                </a:lnTo>
                <a:lnTo>
                  <a:pt x="0" y="2076"/>
                </a:lnTo>
                <a:lnTo>
                  <a:pt x="0" y="2076"/>
                </a:lnTo>
                <a:lnTo>
                  <a:pt x="0" y="2086"/>
                </a:lnTo>
                <a:lnTo>
                  <a:pt x="4" y="2094"/>
                </a:lnTo>
                <a:lnTo>
                  <a:pt x="8" y="2100"/>
                </a:lnTo>
                <a:lnTo>
                  <a:pt x="12" y="2108"/>
                </a:lnTo>
                <a:lnTo>
                  <a:pt x="20" y="2112"/>
                </a:lnTo>
                <a:lnTo>
                  <a:pt x="26" y="2116"/>
                </a:lnTo>
                <a:lnTo>
                  <a:pt x="34" y="2120"/>
                </a:lnTo>
                <a:lnTo>
                  <a:pt x="44" y="2120"/>
                </a:lnTo>
                <a:lnTo>
                  <a:pt x="474" y="2120"/>
                </a:lnTo>
                <a:lnTo>
                  <a:pt x="650" y="2296"/>
                </a:lnTo>
                <a:lnTo>
                  <a:pt x="650" y="2296"/>
                </a:lnTo>
                <a:lnTo>
                  <a:pt x="656" y="2300"/>
                </a:lnTo>
                <a:lnTo>
                  <a:pt x="664" y="2304"/>
                </a:lnTo>
                <a:lnTo>
                  <a:pt x="672" y="2308"/>
                </a:lnTo>
                <a:lnTo>
                  <a:pt x="680" y="2308"/>
                </a:lnTo>
                <a:lnTo>
                  <a:pt x="688" y="2308"/>
                </a:lnTo>
                <a:lnTo>
                  <a:pt x="696" y="2304"/>
                </a:lnTo>
                <a:lnTo>
                  <a:pt x="704" y="2300"/>
                </a:lnTo>
                <a:lnTo>
                  <a:pt x="710" y="2296"/>
                </a:lnTo>
                <a:lnTo>
                  <a:pt x="886" y="2120"/>
                </a:lnTo>
                <a:lnTo>
                  <a:pt x="3340" y="2120"/>
                </a:lnTo>
                <a:lnTo>
                  <a:pt x="3340" y="2120"/>
                </a:lnTo>
                <a:lnTo>
                  <a:pt x="3350" y="2120"/>
                </a:lnTo>
                <a:lnTo>
                  <a:pt x="3358" y="2116"/>
                </a:lnTo>
                <a:lnTo>
                  <a:pt x="3364" y="2112"/>
                </a:lnTo>
                <a:lnTo>
                  <a:pt x="3372" y="2108"/>
                </a:lnTo>
                <a:lnTo>
                  <a:pt x="3376" y="2100"/>
                </a:lnTo>
                <a:lnTo>
                  <a:pt x="3380" y="2094"/>
                </a:lnTo>
                <a:lnTo>
                  <a:pt x="3384" y="2086"/>
                </a:lnTo>
                <a:lnTo>
                  <a:pt x="3384" y="2076"/>
                </a:lnTo>
                <a:lnTo>
                  <a:pt x="3384" y="44"/>
                </a:lnTo>
                <a:lnTo>
                  <a:pt x="3384" y="44"/>
                </a:lnTo>
                <a:lnTo>
                  <a:pt x="3384" y="34"/>
                </a:lnTo>
                <a:lnTo>
                  <a:pt x="3380" y="26"/>
                </a:lnTo>
                <a:lnTo>
                  <a:pt x="3376" y="20"/>
                </a:lnTo>
                <a:lnTo>
                  <a:pt x="3372" y="12"/>
                </a:lnTo>
                <a:lnTo>
                  <a:pt x="3364" y="8"/>
                </a:lnTo>
                <a:lnTo>
                  <a:pt x="3358" y="4"/>
                </a:lnTo>
                <a:lnTo>
                  <a:pt x="3350" y="0"/>
                </a:lnTo>
                <a:lnTo>
                  <a:pt x="3340" y="0"/>
                </a:lnTo>
                <a:lnTo>
                  <a:pt x="3340" y="0"/>
                </a:lnTo>
                <a:close/>
              </a:path>
            </a:pathLst>
          </a:custGeom>
          <a:ln>
            <a:solidFill>
              <a:schemeClr val="accent1"/>
            </a:solidFill>
          </a:ln>
        </p:spPr>
        <p:style>
          <a:lnRef idx="1">
            <a:schemeClr val="accent1"/>
          </a:lnRef>
          <a:fillRef idx="3">
            <a:schemeClr val="accent1"/>
          </a:fillRef>
          <a:effectRef idx="2">
            <a:schemeClr val="accent1"/>
          </a:effectRef>
          <a:fontRef idx="minor">
            <a:schemeClr val="lt1"/>
          </a:fontRef>
        </p:style>
      </p:sp>
      <p:sp>
        <p:nvSpPr>
          <p:cNvPr id="38" name="Title 1"/>
          <p:cNvSpPr>
            <a:spLocks noGrp="1"/>
          </p:cNvSpPr>
          <p:nvPr>
            <p:ph type="title"/>
          </p:nvPr>
        </p:nvSpPr>
        <p:spPr>
          <a:xfrm>
            <a:off x="1357089" y="2435957"/>
            <a:ext cx="4382521" cy="2007789"/>
          </a:xfrm>
        </p:spPr>
        <p:txBody>
          <a:bodyPr/>
          <a:lstStyle>
            <a:lvl1pPr>
              <a:defRPr sz="3200"/>
            </a:lvl1pPr>
          </a:lstStyle>
          <a:p>
            <a:r>
              <a:rPr lang="en-GB"/>
              <a:t>Click to edit Master title style</a:t>
            </a:r>
            <a:endParaRPr lang="en-US"/>
          </a:p>
        </p:txBody>
      </p:sp>
      <p:sp>
        <p:nvSpPr>
          <p:cNvPr id="6" name="Text Placeholder 5"/>
          <p:cNvSpPr>
            <a:spLocks noGrp="1"/>
          </p:cNvSpPr>
          <p:nvPr>
            <p:ph type="body" sz="quarter" idx="16"/>
          </p:nvPr>
        </p:nvSpPr>
        <p:spPr>
          <a:xfrm>
            <a:off x="6156000" y="2286000"/>
            <a:ext cx="4880300" cy="2295525"/>
          </a:xfrm>
        </p:spPr>
        <p:txBody>
          <a:bodyPr anchor="t"/>
          <a:lstStyle>
            <a:lvl1pPr marL="0" indent="0">
              <a:buFontTx/>
              <a:buNone/>
              <a:defRPr/>
            </a:lvl1pPr>
          </a:lstStyle>
          <a:p>
            <a:pPr lvl="0"/>
            <a:r>
              <a:rPr lang="en-GB"/>
              <a:t>Click to edit Master text styles</a:t>
            </a:r>
          </a:p>
        </p:txBody>
      </p:sp>
      <p:sp>
        <p:nvSpPr>
          <p:cNvPr id="2" name="Date Placeholder 1"/>
          <p:cNvSpPr>
            <a:spLocks noGrp="1"/>
          </p:cNvSpPr>
          <p:nvPr>
            <p:ph type="dt" sz="half" idx="10"/>
          </p:nvPr>
        </p:nvSpPr>
        <p:spPr/>
        <p:txBody>
          <a:bodyPr/>
          <a:lstStyle/>
          <a:p>
            <a:fld id="{0366B0EB-F30E-47FC-8188-D3818041AB4D}" type="datetimeFigureOut">
              <a:rPr lang="en-GB" smtClean="0"/>
              <a:t>27/11/2025</a:t>
            </a:fld>
            <a:endParaRPr lang="en-GB"/>
          </a:p>
        </p:txBody>
      </p:sp>
      <p:sp>
        <p:nvSpPr>
          <p:cNvPr id="3" name="Footer Placeholder 2"/>
          <p:cNvSpPr>
            <a:spLocks noGrp="1"/>
          </p:cNvSpPr>
          <p:nvPr>
            <p:ph type="ftr" sz="quarter" idx="11"/>
          </p:nvPr>
        </p:nvSpPr>
        <p:spPr/>
        <p:txBody>
          <a:bodyPr/>
          <a:lstStyle/>
          <a:p>
            <a:endParaRPr lang="en-GB"/>
          </a:p>
        </p:txBody>
      </p:sp>
      <p:sp>
        <p:nvSpPr>
          <p:cNvPr id="4" name="Slide Number Placeholder 3"/>
          <p:cNvSpPr>
            <a:spLocks noGrp="1"/>
          </p:cNvSpPr>
          <p:nvPr>
            <p:ph type="sldNum" sz="quarter" idx="12"/>
          </p:nvPr>
        </p:nvSpPr>
        <p:spPr/>
        <p:txBody>
          <a:bodyPr/>
          <a:lstStyle/>
          <a:p>
            <a:fld id="{3CFF55E6-B058-41D8-BA5C-B1BB9EAB83F1}" type="slidenum">
              <a:rPr lang="en-GB" smtClean="0"/>
              <a:t>‹#›</a:t>
            </a:fld>
            <a:endParaRPr lang="en-GB"/>
          </a:p>
        </p:txBody>
      </p:sp>
    </p:spTree>
    <p:extLst>
      <p:ext uri="{BB962C8B-B14F-4D97-AF65-F5344CB8AC3E}">
        <p14:creationId xmlns:p14="http://schemas.microsoft.com/office/powerpoint/2010/main" val="270367824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7" name="Freeform 6"/>
          <p:cNvSpPr/>
          <p:nvPr/>
        </p:nvSpPr>
        <p:spPr bwMode="auto">
          <a:xfrm>
            <a:off x="0" y="0"/>
            <a:ext cx="12192000" cy="2185988"/>
          </a:xfrm>
          <a:custGeom>
            <a:avLst/>
            <a:gdLst/>
            <a:ahLst/>
            <a:cxnLst/>
            <a:rect l="0" t="0" r="r" b="b"/>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ln/>
          <a:extLst>
            <a:ext uri="{91240B29-F687-4f45-9708-019B960494DF}">
              <a14:hiddenLine xmlns:a14="http://schemas.microsoft.com/office/drawing/2010/main" xmlns=""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p:txBody>
          <a:bodyPr/>
          <a:lstStyle/>
          <a:p>
            <a:r>
              <a:rPr lang="en-GB"/>
              <a:t>Click to edit Master title style</a:t>
            </a:r>
            <a:endParaRPr lang="en-US"/>
          </a:p>
        </p:txBody>
      </p:sp>
      <p:sp>
        <p:nvSpPr>
          <p:cNvPr id="3" name="Vertical Text Placeholder 2"/>
          <p:cNvSpPr>
            <a:spLocks noGrp="1"/>
          </p:cNvSpPr>
          <p:nvPr>
            <p:ph type="body" orient="vert" idx="1"/>
          </p:nvPr>
        </p:nvSpPr>
        <p:spPr/>
        <p:txBody>
          <a:bodyPr vert="eaVert" ancho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10"/>
          </p:nvPr>
        </p:nvSpPr>
        <p:spPr/>
        <p:txBody>
          <a:bodyPr/>
          <a:lstStyle/>
          <a:p>
            <a:fld id="{0366B0EB-F30E-47FC-8188-D3818041AB4D}" type="datetimeFigureOut">
              <a:rPr lang="en-GB" smtClean="0"/>
              <a:t>27/11/2025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3CFF55E6-B058-41D8-BA5C-B1BB9EAB83F1}" type="slidenum">
              <a:rPr lang="en-GB" smtClean="0"/>
              <a:t>‹#›</a:t>
            </a:fld>
            <a:endParaRPr lang="en-GB"/>
          </a:p>
        </p:txBody>
      </p:sp>
    </p:spTree>
    <p:extLst>
      <p:ext uri="{BB962C8B-B14F-4D97-AF65-F5344CB8AC3E}">
        <p14:creationId xmlns:p14="http://schemas.microsoft.com/office/powerpoint/2010/main" val="388524103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12" name="Freeform 6"/>
          <p:cNvSpPr>
            <a:spLocks noChangeAspect="1"/>
          </p:cNvSpPr>
          <p:nvPr/>
        </p:nvSpPr>
        <p:spPr bwMode="auto">
          <a:xfrm>
            <a:off x="7669651" y="446089"/>
            <a:ext cx="4522349" cy="5414962"/>
          </a:xfrm>
          <a:custGeom>
            <a:avLst/>
            <a:gdLst/>
            <a:ahLst/>
            <a:cxnLst/>
            <a:rect l="0" t="0" r="r" b="b"/>
            <a:pathLst>
              <a:path w="2879" h="4320">
                <a:moveTo>
                  <a:pt x="183" y="0"/>
                </a:moveTo>
                <a:lnTo>
                  <a:pt x="183" y="1197"/>
                </a:lnTo>
                <a:lnTo>
                  <a:pt x="8" y="1372"/>
                </a:lnTo>
                <a:lnTo>
                  <a:pt x="8" y="1372"/>
                </a:lnTo>
                <a:lnTo>
                  <a:pt x="6" y="1376"/>
                </a:lnTo>
                <a:lnTo>
                  <a:pt x="3" y="1382"/>
                </a:lnTo>
                <a:lnTo>
                  <a:pt x="0" y="1387"/>
                </a:lnTo>
                <a:lnTo>
                  <a:pt x="0" y="1393"/>
                </a:lnTo>
                <a:lnTo>
                  <a:pt x="0" y="1399"/>
                </a:lnTo>
                <a:lnTo>
                  <a:pt x="3" y="1404"/>
                </a:lnTo>
                <a:lnTo>
                  <a:pt x="6" y="1410"/>
                </a:lnTo>
                <a:lnTo>
                  <a:pt x="8" y="1414"/>
                </a:lnTo>
                <a:lnTo>
                  <a:pt x="183" y="1589"/>
                </a:lnTo>
                <a:lnTo>
                  <a:pt x="183" y="4320"/>
                </a:lnTo>
                <a:lnTo>
                  <a:pt x="2879" y="4320"/>
                </a:lnTo>
                <a:lnTo>
                  <a:pt x="2879" y="0"/>
                </a:lnTo>
                <a:lnTo>
                  <a:pt x="183" y="0"/>
                </a:lnTo>
                <a:close/>
              </a:path>
            </a:pathLst>
          </a:custGeom>
          <a:ln/>
          <a:extLst>
            <a:ext uri="{91240B29-F687-4f45-9708-019B960494DF}">
              <a14:hiddenLine xmlns:a14="http://schemas.microsoft.com/office/drawing/2010/main" xmlns=""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8183540" y="586171"/>
            <a:ext cx="2494791" cy="5134798"/>
          </a:xfrm>
        </p:spPr>
        <p:txBody>
          <a:bodyPr vert="eaVert"/>
          <a:lstStyle/>
          <a:p>
            <a:r>
              <a:rPr lang="en-GB"/>
              <a:t>Click to edit Master title style</a:t>
            </a:r>
            <a:endParaRPr lang="en-US"/>
          </a:p>
        </p:txBody>
      </p:sp>
      <p:sp>
        <p:nvSpPr>
          <p:cNvPr id="3" name="Vertical Text Placeholder 2"/>
          <p:cNvSpPr>
            <a:spLocks noGrp="1"/>
          </p:cNvSpPr>
          <p:nvPr>
            <p:ph type="body" orient="vert" idx="1"/>
          </p:nvPr>
        </p:nvSpPr>
        <p:spPr>
          <a:xfrm>
            <a:off x="810001" y="446089"/>
            <a:ext cx="6611540" cy="5414962"/>
          </a:xfrm>
        </p:spPr>
        <p:txBody>
          <a:bodyPr vert="eaVert" ancho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10"/>
          </p:nvPr>
        </p:nvSpPr>
        <p:spPr/>
        <p:txBody>
          <a:bodyPr/>
          <a:lstStyle/>
          <a:p>
            <a:fld id="{0366B0EB-F30E-47FC-8188-D3818041AB4D}" type="datetimeFigureOut">
              <a:rPr lang="en-GB" smtClean="0"/>
              <a:t>27/11/2025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3CFF55E6-B058-41D8-BA5C-B1BB9EAB83F1}" type="slidenum">
              <a:rPr lang="en-GB" smtClean="0"/>
              <a:t>‹#›</a:t>
            </a:fld>
            <a:endParaRPr lang="en-GB"/>
          </a:p>
        </p:txBody>
      </p:sp>
    </p:spTree>
    <p:extLst>
      <p:ext uri="{BB962C8B-B14F-4D97-AF65-F5344CB8AC3E}">
        <p14:creationId xmlns:p14="http://schemas.microsoft.com/office/powerpoint/2010/main" val="7416201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0000" y="447188"/>
            <a:ext cx="10571998" cy="970450"/>
          </a:xfrm>
          <a:prstGeom prst="rect">
            <a:avLst/>
          </a:prstGeom>
          <a:effectLst>
            <a:outerShdw blurRad="50800" dir="14400000">
              <a:srgbClr val="000000">
                <a:alpha val="60000"/>
              </a:srgbClr>
            </a:outerShdw>
          </a:effectLst>
        </p:spPr>
        <p:txBody>
          <a:bodyPr vert="horz" lIns="91440" tIns="45720" rIns="91440" bIns="45720" rtlCol="0" anchor="b">
            <a:noAutofit/>
          </a:bodyPr>
          <a:lstStyle/>
          <a:p>
            <a:r>
              <a:rPr lang="en-GB"/>
              <a:t>Click to edit Master title style</a:t>
            </a:r>
            <a:endParaRPr lang="en-US"/>
          </a:p>
        </p:txBody>
      </p:sp>
      <p:sp>
        <p:nvSpPr>
          <p:cNvPr id="3" name="Text Placeholder 2"/>
          <p:cNvSpPr>
            <a:spLocks noGrp="1"/>
          </p:cNvSpPr>
          <p:nvPr>
            <p:ph type="body" idx="1"/>
          </p:nvPr>
        </p:nvSpPr>
        <p:spPr>
          <a:xfrm>
            <a:off x="810000" y="2184401"/>
            <a:ext cx="10563285" cy="3674397"/>
          </a:xfrm>
          <a:prstGeom prst="rect">
            <a:avLst/>
          </a:prstGeom>
          <a:effectLst>
            <a:outerShdw blurRad="50800" dir="14400000">
              <a:srgbClr val="000000">
                <a:alpha val="40000"/>
              </a:srgbClr>
            </a:outerShdw>
          </a:effectLst>
        </p:spPr>
        <p:txBody>
          <a:bodyPr vert="horz" lIns="91440" tIns="45720" rIns="91440" bIns="45720" rtlCol="0" anchor="ctr">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Footer Placeholder 4"/>
          <p:cNvSpPr>
            <a:spLocks noGrp="1"/>
          </p:cNvSpPr>
          <p:nvPr>
            <p:ph type="ftr" sz="quarter" idx="3"/>
          </p:nvPr>
        </p:nvSpPr>
        <p:spPr>
          <a:xfrm>
            <a:off x="451514" y="6041362"/>
            <a:ext cx="8644320" cy="365125"/>
          </a:xfrm>
          <a:prstGeom prst="rect">
            <a:avLst/>
          </a:prstGeom>
        </p:spPr>
        <p:txBody>
          <a:bodyPr vert="horz" lIns="91440" tIns="45720" rIns="91440" bIns="45720" rtlCol="0" anchor="b"/>
          <a:lstStyle>
            <a:lvl1pPr algn="l">
              <a:defRPr sz="900">
                <a:solidFill>
                  <a:schemeClr val="tx1"/>
                </a:solidFill>
              </a:defRPr>
            </a:lvl1pPr>
          </a:lstStyle>
          <a:p>
            <a:endParaRPr lang="en-GB"/>
          </a:p>
        </p:txBody>
      </p:sp>
      <p:sp>
        <p:nvSpPr>
          <p:cNvPr id="4" name="Date Placeholder 3"/>
          <p:cNvSpPr>
            <a:spLocks noGrp="1"/>
          </p:cNvSpPr>
          <p:nvPr>
            <p:ph type="dt" sz="half" idx="2"/>
          </p:nvPr>
        </p:nvSpPr>
        <p:spPr>
          <a:xfrm>
            <a:off x="9334626" y="6041362"/>
            <a:ext cx="1343706" cy="365125"/>
          </a:xfrm>
          <a:prstGeom prst="rect">
            <a:avLst/>
          </a:prstGeom>
        </p:spPr>
        <p:txBody>
          <a:bodyPr vert="horz" lIns="91440" tIns="45720" rIns="91440" bIns="45720" rtlCol="0" anchor="b"/>
          <a:lstStyle>
            <a:lvl1pPr algn="r">
              <a:defRPr sz="900">
                <a:solidFill>
                  <a:schemeClr val="tx1"/>
                </a:solidFill>
              </a:defRPr>
            </a:lvl1pPr>
          </a:lstStyle>
          <a:p>
            <a:fld id="{0366B0EB-F30E-47FC-8188-D3818041AB4D}" type="datetimeFigureOut">
              <a:rPr lang="en-GB" smtClean="0"/>
              <a:t>27/11/2025</a:t>
            </a:fld>
            <a:endParaRPr lang="en-GB"/>
          </a:p>
        </p:txBody>
      </p:sp>
      <p:sp>
        <p:nvSpPr>
          <p:cNvPr id="6" name="Slide Number Placeholder 5"/>
          <p:cNvSpPr>
            <a:spLocks noGrp="1"/>
          </p:cNvSpPr>
          <p:nvPr>
            <p:ph type="sldNum" sz="quarter" idx="4"/>
          </p:nvPr>
        </p:nvSpPr>
        <p:spPr>
          <a:xfrm>
            <a:off x="10678331" y="5915888"/>
            <a:ext cx="1062155" cy="490599"/>
          </a:xfrm>
          <a:prstGeom prst="rect">
            <a:avLst/>
          </a:prstGeom>
        </p:spPr>
        <p:txBody>
          <a:bodyPr vert="horz" lIns="91440" tIns="45720" rIns="91440" bIns="10800" rtlCol="0" anchor="b"/>
          <a:lstStyle>
            <a:lvl1pPr algn="r">
              <a:defRPr sz="2000">
                <a:solidFill>
                  <a:schemeClr val="accent1"/>
                </a:solidFill>
              </a:defRPr>
            </a:lvl1pPr>
          </a:lstStyle>
          <a:p>
            <a:fld id="{3CFF55E6-B058-41D8-BA5C-B1BB9EAB83F1}" type="slidenum">
              <a:rPr lang="en-GB" smtClean="0"/>
              <a:t>‹#›</a:t>
            </a:fld>
            <a:endParaRPr lang="en-GB"/>
          </a:p>
        </p:txBody>
      </p:sp>
    </p:spTree>
    <p:extLst>
      <p:ext uri="{BB962C8B-B14F-4D97-AF65-F5344CB8AC3E}">
        <p14:creationId xmlns:p14="http://schemas.microsoft.com/office/powerpoint/2010/main" val="3682678489"/>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Lst>
  <p:txStyles>
    <p:titleStyle>
      <a:lvl1pPr algn="l" defTabSz="457200" rtl="0" eaLnBrk="1" latinLnBrk="0" hangingPunct="1">
        <a:spcBef>
          <a:spcPct val="0"/>
        </a:spcBef>
        <a:buNone/>
        <a:defRPr sz="4000" b="1" kern="1200">
          <a:solidFill>
            <a:srgbClr val="FEFEFE"/>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ct val="20000"/>
        </a:spcBef>
        <a:spcAft>
          <a:spcPts val="600"/>
        </a:spcAft>
        <a:buClr>
          <a:schemeClr val="accent1"/>
        </a:buClr>
        <a:buFont typeface="Wingdings 2" charset="2"/>
        <a:buChar char=""/>
        <a:defRPr sz="1800" kern="1200">
          <a:solidFill>
            <a:schemeClr val="tx1"/>
          </a:solidFill>
          <a:latin typeface="+mn-lt"/>
          <a:ea typeface="+mn-ea"/>
          <a:cs typeface="+mn-cs"/>
        </a:defRPr>
      </a:lvl1pPr>
      <a:lvl2pPr marL="742950" indent="-285750" algn="l" defTabSz="457200" rtl="0" eaLnBrk="1" latinLnBrk="0" hangingPunct="1">
        <a:spcBef>
          <a:spcPct val="20000"/>
        </a:spcBef>
        <a:spcAft>
          <a:spcPts val="600"/>
        </a:spcAft>
        <a:buClr>
          <a:schemeClr val="accent1"/>
        </a:buClr>
        <a:buFont typeface="Wingdings 2" charset="2"/>
        <a:buChar char=""/>
        <a:defRPr sz="1600" kern="1200">
          <a:solidFill>
            <a:schemeClr val="tx1"/>
          </a:solidFill>
          <a:latin typeface="+mn-lt"/>
          <a:ea typeface="+mn-ea"/>
          <a:cs typeface="+mn-cs"/>
        </a:defRPr>
      </a:lvl2pPr>
      <a:lvl3pPr marL="1143000" indent="-228600" algn="l" defTabSz="457200" rtl="0" eaLnBrk="1" latinLnBrk="0" hangingPunct="1">
        <a:spcBef>
          <a:spcPct val="20000"/>
        </a:spcBef>
        <a:spcAft>
          <a:spcPts val="600"/>
        </a:spcAft>
        <a:buClr>
          <a:schemeClr val="accent1"/>
        </a:buClr>
        <a:buFont typeface="Wingdings 2" charset="2"/>
        <a:buChar char=""/>
        <a:defRPr sz="1400" kern="1200">
          <a:solidFill>
            <a:schemeClr val="tx1"/>
          </a:solidFill>
          <a:latin typeface="+mn-lt"/>
          <a:ea typeface="+mn-ea"/>
          <a:cs typeface="+mn-cs"/>
        </a:defRPr>
      </a:lvl3pPr>
      <a:lvl4pPr marL="16002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4pPr>
      <a:lvl5pPr marL="20574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5pPr>
      <a:lvl6pPr marL="24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6pPr>
      <a:lvl7pPr marL="28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7pPr>
      <a:lvl8pPr marL="32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8pPr>
      <a:lvl9pPr marL="36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7.xml"/><Relationship Id="rId4" Type="http://schemas.openxmlformats.org/officeDocument/2006/relationships/image" Target="../media/image11.png"/></Relationships>
</file>

<file path=ppt/slides/_rels/slide1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52C705-772C-D70C-6DEE-BCC534110690}"/>
              </a:ext>
            </a:extLst>
          </p:cNvPr>
          <p:cNvSpPr>
            <a:spLocks noGrp="1"/>
          </p:cNvSpPr>
          <p:nvPr>
            <p:ph type="ctrTitle"/>
          </p:nvPr>
        </p:nvSpPr>
        <p:spPr/>
        <p:txBody>
          <a:bodyPr/>
          <a:lstStyle/>
          <a:p>
            <a:r>
              <a:rPr lang="en-GB"/>
              <a:t>Trenberth Diagram</a:t>
            </a:r>
          </a:p>
        </p:txBody>
      </p:sp>
      <p:sp>
        <p:nvSpPr>
          <p:cNvPr id="3" name="Subtitle 2">
            <a:extLst>
              <a:ext uri="{FF2B5EF4-FFF2-40B4-BE49-F238E27FC236}">
                <a16:creationId xmlns:a16="http://schemas.microsoft.com/office/drawing/2014/main" id="{AE23B280-0B92-B892-9839-F791417012F0}"/>
              </a:ext>
            </a:extLst>
          </p:cNvPr>
          <p:cNvSpPr>
            <a:spLocks noGrp="1"/>
          </p:cNvSpPr>
          <p:nvPr>
            <p:ph type="subTitle" idx="1"/>
          </p:nvPr>
        </p:nvSpPr>
        <p:spPr/>
        <p:txBody>
          <a:bodyPr/>
          <a:lstStyle/>
          <a:p>
            <a:r>
              <a:rPr lang="en-GB"/>
              <a:t>Week 1: Monday 24</a:t>
            </a:r>
            <a:r>
              <a:rPr lang="en-GB" baseline="30000"/>
              <a:t>th</a:t>
            </a:r>
            <a:r>
              <a:rPr lang="en-GB"/>
              <a:t> November- Friday 29</a:t>
            </a:r>
            <a:r>
              <a:rPr lang="en-GB" baseline="30000"/>
              <a:t>th</a:t>
            </a:r>
            <a:r>
              <a:rPr lang="en-GB"/>
              <a:t> November</a:t>
            </a:r>
          </a:p>
        </p:txBody>
      </p:sp>
    </p:spTree>
    <p:extLst>
      <p:ext uri="{BB962C8B-B14F-4D97-AF65-F5344CB8AC3E}">
        <p14:creationId xmlns:p14="http://schemas.microsoft.com/office/powerpoint/2010/main" val="198299946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36DC02-4ECF-17FD-3B8A-43E23D4B835E}"/>
              </a:ext>
            </a:extLst>
          </p:cNvPr>
          <p:cNvSpPr>
            <a:spLocks noGrp="1"/>
          </p:cNvSpPr>
          <p:nvPr>
            <p:ph type="title"/>
          </p:nvPr>
        </p:nvSpPr>
        <p:spPr/>
        <p:txBody>
          <a:bodyPr/>
          <a:lstStyle/>
          <a:p>
            <a:r>
              <a:rPr lang="en-GB"/>
              <a:t>Brief</a:t>
            </a:r>
          </a:p>
        </p:txBody>
      </p:sp>
      <p:sp>
        <p:nvSpPr>
          <p:cNvPr id="3" name="Content Placeholder 2">
            <a:extLst>
              <a:ext uri="{FF2B5EF4-FFF2-40B4-BE49-F238E27FC236}">
                <a16:creationId xmlns:a16="http://schemas.microsoft.com/office/drawing/2014/main" id="{3FEAD2F2-70A8-2C5F-1A89-A9EF8E87D5F1}"/>
              </a:ext>
            </a:extLst>
          </p:cNvPr>
          <p:cNvSpPr>
            <a:spLocks noGrp="1"/>
          </p:cNvSpPr>
          <p:nvPr>
            <p:ph idx="1"/>
          </p:nvPr>
        </p:nvSpPr>
        <p:spPr/>
        <p:txBody>
          <a:bodyPr/>
          <a:lstStyle/>
          <a:p>
            <a:r>
              <a:rPr lang="en-GB"/>
              <a:t>Develop data visualisation tools for SpeedyWeather</a:t>
            </a:r>
          </a:p>
          <a:p>
            <a:r>
              <a:rPr lang="en-GB"/>
              <a:t>Use </a:t>
            </a:r>
            <a:r>
              <a:rPr lang="en-GB" err="1"/>
              <a:t>Makie</a:t>
            </a:r>
            <a:r>
              <a:rPr lang="en-GB"/>
              <a:t> to create useful visualisations that can be called during a script e.g. globe()</a:t>
            </a:r>
          </a:p>
          <a:p>
            <a:r>
              <a:rPr lang="en-GB"/>
              <a:t>Focus is on software engineering rather than science discovery</a:t>
            </a:r>
          </a:p>
        </p:txBody>
      </p:sp>
    </p:spTree>
    <p:extLst>
      <p:ext uri="{BB962C8B-B14F-4D97-AF65-F5344CB8AC3E}">
        <p14:creationId xmlns:p14="http://schemas.microsoft.com/office/powerpoint/2010/main" val="4174954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7EF7A3-CA01-7686-33B3-AACD85A5C171}"/>
              </a:ext>
            </a:extLst>
          </p:cNvPr>
          <p:cNvSpPr>
            <a:spLocks noGrp="1"/>
          </p:cNvSpPr>
          <p:nvPr>
            <p:ph type="title"/>
          </p:nvPr>
        </p:nvSpPr>
        <p:spPr/>
        <p:txBody>
          <a:bodyPr/>
          <a:lstStyle/>
          <a:p>
            <a:r>
              <a:rPr lang="en-GB"/>
              <a:t>Project 1: Trenberth Diagram</a:t>
            </a:r>
          </a:p>
        </p:txBody>
      </p:sp>
      <p:sp>
        <p:nvSpPr>
          <p:cNvPr id="4" name="Text Placeholder 3">
            <a:extLst>
              <a:ext uri="{FF2B5EF4-FFF2-40B4-BE49-F238E27FC236}">
                <a16:creationId xmlns:a16="http://schemas.microsoft.com/office/drawing/2014/main" id="{8CEE7A02-57DA-50D1-2C7C-52721A67A1E1}"/>
              </a:ext>
            </a:extLst>
          </p:cNvPr>
          <p:cNvSpPr>
            <a:spLocks noGrp="1"/>
          </p:cNvSpPr>
          <p:nvPr>
            <p:ph type="body" sz="half" idx="2"/>
          </p:nvPr>
        </p:nvSpPr>
        <p:spPr>
          <a:xfrm>
            <a:off x="1073151" y="2260738"/>
            <a:ext cx="3956049" cy="4055395"/>
          </a:xfrm>
        </p:spPr>
        <p:txBody>
          <a:bodyPr>
            <a:normAutofit fontScale="92500" lnSpcReduction="10000"/>
          </a:bodyPr>
          <a:lstStyle/>
          <a:p>
            <a:pPr marL="285750" indent="-285750">
              <a:buFont typeface="Arial" panose="020B0604020202020204" pitchFamily="34" charset="0"/>
              <a:buChar char="•"/>
            </a:pPr>
            <a:r>
              <a:rPr lang="en-GB"/>
              <a:t>Run SpeedyWeather across a time period e.g. 30 days</a:t>
            </a:r>
          </a:p>
          <a:p>
            <a:pPr marL="285750" indent="-285750">
              <a:buFont typeface="Arial" panose="020B0604020202020204" pitchFamily="34" charset="0"/>
              <a:buChar char="•"/>
            </a:pPr>
            <a:r>
              <a:rPr lang="en-GB"/>
              <a:t>Integrate the fluxes depicted in the Trenberth diagram globally to produce a Trenberth visualisation.</a:t>
            </a:r>
          </a:p>
          <a:p>
            <a:pPr marL="742950" lvl="1" indent="-285750">
              <a:buFont typeface="Arial" panose="020B0604020202020204" pitchFamily="34" charset="0"/>
              <a:buChar char="•"/>
            </a:pPr>
            <a:r>
              <a:rPr lang="en-GB"/>
              <a:t>Consider grid box sizes </a:t>
            </a:r>
          </a:p>
          <a:p>
            <a:pPr marL="1200150" lvl="2" indent="-285750">
              <a:buFont typeface="Arial" panose="020B0604020202020204" pitchFamily="34" charset="0"/>
              <a:buChar char="•"/>
            </a:pPr>
            <a:r>
              <a:rPr lang="en-GB"/>
              <a:t>HEALPix grid = all grid boxes are the same size</a:t>
            </a:r>
          </a:p>
          <a:p>
            <a:pPr marL="1200150" lvl="2" indent="-285750">
              <a:buFont typeface="Arial" panose="020B0604020202020204" pitchFamily="34" charset="0"/>
              <a:buChar char="•"/>
            </a:pPr>
            <a:r>
              <a:rPr lang="en-GB" err="1"/>
              <a:t>FullClenshaw</a:t>
            </a:r>
            <a:r>
              <a:rPr lang="en-GB"/>
              <a:t> Grid = regular longitude-latitude grid </a:t>
            </a:r>
            <a:r>
              <a:rPr lang="en-GB">
                <a:sym typeface="Wingdings" panose="05000000000000000000" pitchFamily="2" charset="2"/>
              </a:rPr>
              <a:t> could integrate globally in spectral space and then transform back to linear space </a:t>
            </a:r>
          </a:p>
          <a:p>
            <a:pPr marL="285750" indent="-285750">
              <a:buFont typeface="Arial" panose="020B0604020202020204" pitchFamily="34" charset="0"/>
              <a:buChar char="•"/>
            </a:pPr>
            <a:r>
              <a:rPr lang="en-GB"/>
              <a:t>Create a function that when called produces a Trenberth Diagram </a:t>
            </a:r>
          </a:p>
          <a:p>
            <a:pPr marL="285750" indent="-285750">
              <a:buFont typeface="Arial" panose="020B0604020202020204" pitchFamily="34" charset="0"/>
              <a:buChar char="•"/>
            </a:pPr>
            <a:r>
              <a:rPr lang="en-GB"/>
              <a:t>Develop the function to be interactive e.g. the user could remove sea ice and run the simulation over a set time period</a:t>
            </a:r>
            <a:r>
              <a:rPr lang="en-GB">
                <a:sym typeface="Wingdings" panose="05000000000000000000" pitchFamily="2" charset="2"/>
              </a:rPr>
              <a:t> this would produce a video/gif of the Trenberth diagram changing through time</a:t>
            </a:r>
            <a:endParaRPr lang="en-GB"/>
          </a:p>
          <a:p>
            <a:pPr marL="285750" indent="-285750">
              <a:buFont typeface="Arial" panose="020B0604020202020204" pitchFamily="34" charset="0"/>
              <a:buChar char="•"/>
            </a:pPr>
            <a:endParaRPr lang="en-GB"/>
          </a:p>
        </p:txBody>
      </p:sp>
      <p:pic>
        <p:nvPicPr>
          <p:cNvPr id="5" name="Content Placeholder 4" descr="A primer on the greenhouse effect">
            <a:extLst>
              <a:ext uri="{FF2B5EF4-FFF2-40B4-BE49-F238E27FC236}">
                <a16:creationId xmlns:a16="http://schemas.microsoft.com/office/drawing/2014/main" id="{98940A04-1ABF-3145-51A2-B1C751A1FCAB}"/>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5527548" y="838232"/>
            <a:ext cx="5219700" cy="42100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5640675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Content Placeholder 4" descr="A primer on the greenhouse effect">
            <a:extLst>
              <a:ext uri="{FF2B5EF4-FFF2-40B4-BE49-F238E27FC236}">
                <a16:creationId xmlns:a16="http://schemas.microsoft.com/office/drawing/2014/main" id="{B5ACDA25-3EFC-9B12-3F29-78D1D764280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66948" y="1323975"/>
            <a:ext cx="5219700" cy="4210050"/>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Rounded Corners 4">
            <a:extLst>
              <a:ext uri="{FF2B5EF4-FFF2-40B4-BE49-F238E27FC236}">
                <a16:creationId xmlns:a16="http://schemas.microsoft.com/office/drawing/2014/main" id="{724EB535-E8E3-8286-998C-0C240E8D40D0}"/>
              </a:ext>
            </a:extLst>
          </p:cNvPr>
          <p:cNvSpPr/>
          <p:nvPr/>
        </p:nvSpPr>
        <p:spPr>
          <a:xfrm>
            <a:off x="3860800" y="1617133"/>
            <a:ext cx="931333" cy="431800"/>
          </a:xfrm>
          <a:prstGeom prst="roundRect">
            <a:avLst/>
          </a:prstGeom>
          <a:noFill/>
          <a:ln w="381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 name="Rectangle: Rounded Corners 5">
            <a:extLst>
              <a:ext uri="{FF2B5EF4-FFF2-40B4-BE49-F238E27FC236}">
                <a16:creationId xmlns:a16="http://schemas.microsoft.com/office/drawing/2014/main" id="{B766EC69-37D7-6C1B-1914-2DEB95C5FCFC}"/>
              </a:ext>
            </a:extLst>
          </p:cNvPr>
          <p:cNvSpPr/>
          <p:nvPr/>
        </p:nvSpPr>
        <p:spPr>
          <a:xfrm>
            <a:off x="3970867" y="2126190"/>
            <a:ext cx="931333" cy="566209"/>
          </a:xfrm>
          <a:prstGeom prst="roundRect">
            <a:avLst/>
          </a:prstGeom>
          <a:noFill/>
          <a:ln w="381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 name="Rectangle: Rounded Corners 7">
            <a:extLst>
              <a:ext uri="{FF2B5EF4-FFF2-40B4-BE49-F238E27FC236}">
                <a16:creationId xmlns:a16="http://schemas.microsoft.com/office/drawing/2014/main" id="{B9DBE806-5245-763D-0152-AE751189679A}"/>
              </a:ext>
            </a:extLst>
          </p:cNvPr>
          <p:cNvSpPr/>
          <p:nvPr/>
        </p:nvSpPr>
        <p:spPr>
          <a:xfrm>
            <a:off x="5545667" y="1617132"/>
            <a:ext cx="1100666" cy="566209"/>
          </a:xfrm>
          <a:prstGeom prst="roundRect">
            <a:avLst/>
          </a:prstGeom>
          <a:noFill/>
          <a:ln w="381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Rectangle 8">
            <a:extLst>
              <a:ext uri="{FF2B5EF4-FFF2-40B4-BE49-F238E27FC236}">
                <a16:creationId xmlns:a16="http://schemas.microsoft.com/office/drawing/2014/main" id="{FF05458B-FF6E-CC5B-E694-E911A6E19799}"/>
              </a:ext>
            </a:extLst>
          </p:cNvPr>
          <p:cNvSpPr/>
          <p:nvPr/>
        </p:nvSpPr>
        <p:spPr>
          <a:xfrm>
            <a:off x="4080933" y="3488267"/>
            <a:ext cx="931333" cy="566209"/>
          </a:xfrm>
          <a:prstGeom prst="rect">
            <a:avLst/>
          </a:prstGeom>
          <a:noFill/>
          <a:ln w="381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 name="Rectangle 10">
            <a:extLst>
              <a:ext uri="{FF2B5EF4-FFF2-40B4-BE49-F238E27FC236}">
                <a16:creationId xmlns:a16="http://schemas.microsoft.com/office/drawing/2014/main" id="{F640CC18-9578-62D0-6979-AD0C4F699E79}"/>
              </a:ext>
            </a:extLst>
          </p:cNvPr>
          <p:cNvSpPr/>
          <p:nvPr/>
        </p:nvSpPr>
        <p:spPr>
          <a:xfrm>
            <a:off x="7466416" y="1549928"/>
            <a:ext cx="931333" cy="566209"/>
          </a:xfrm>
          <a:prstGeom prst="rect">
            <a:avLst/>
          </a:prstGeom>
          <a:noFill/>
          <a:ln w="38100">
            <a:solidFill>
              <a:schemeClr val="accent6">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Rectangle 11">
            <a:extLst>
              <a:ext uri="{FF2B5EF4-FFF2-40B4-BE49-F238E27FC236}">
                <a16:creationId xmlns:a16="http://schemas.microsoft.com/office/drawing/2014/main" id="{8C2485E3-BDCC-2E45-CBDC-A227A92355CB}"/>
              </a:ext>
            </a:extLst>
          </p:cNvPr>
          <p:cNvSpPr/>
          <p:nvPr/>
        </p:nvSpPr>
        <p:spPr>
          <a:xfrm>
            <a:off x="7179736" y="3429000"/>
            <a:ext cx="931333" cy="566209"/>
          </a:xfrm>
          <a:prstGeom prst="rect">
            <a:avLst/>
          </a:prstGeom>
          <a:noFill/>
          <a:ln w="38100">
            <a:solidFill>
              <a:schemeClr val="accent6">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 name="Rectangle 12">
            <a:extLst>
              <a:ext uri="{FF2B5EF4-FFF2-40B4-BE49-F238E27FC236}">
                <a16:creationId xmlns:a16="http://schemas.microsoft.com/office/drawing/2014/main" id="{9B3F6948-318D-5115-F12B-F82818767BBB}"/>
              </a:ext>
            </a:extLst>
          </p:cNvPr>
          <p:cNvSpPr/>
          <p:nvPr/>
        </p:nvSpPr>
        <p:spPr>
          <a:xfrm>
            <a:off x="6535083" y="3205162"/>
            <a:ext cx="931333" cy="566209"/>
          </a:xfrm>
          <a:prstGeom prst="rect">
            <a:avLst/>
          </a:prstGeom>
          <a:noFill/>
          <a:ln w="38100">
            <a:solidFill>
              <a:schemeClr val="accent6">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341767793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 diagram of a diagram&#10;&#10;AI-generated content may be incorrect.">
            <a:extLst>
              <a:ext uri="{FF2B5EF4-FFF2-40B4-BE49-F238E27FC236}">
                <a16:creationId xmlns:a16="http://schemas.microsoft.com/office/drawing/2014/main" id="{93E82890-168E-D67D-D098-7F8A4B619AE4}"/>
              </a:ext>
            </a:extLst>
          </p:cNvPr>
          <p:cNvPicPr>
            <a:picLocks noChangeAspect="1"/>
          </p:cNvPicPr>
          <p:nvPr/>
        </p:nvPicPr>
        <p:blipFill>
          <a:blip r:embed="rId2"/>
          <a:stretch>
            <a:fillRect/>
          </a:stretch>
        </p:blipFill>
        <p:spPr>
          <a:xfrm>
            <a:off x="346677" y="212342"/>
            <a:ext cx="11498644" cy="6420178"/>
          </a:xfrm>
          <a:prstGeom prst="rect">
            <a:avLst/>
          </a:prstGeom>
        </p:spPr>
      </p:pic>
    </p:spTree>
    <p:extLst>
      <p:ext uri="{BB962C8B-B14F-4D97-AF65-F5344CB8AC3E}">
        <p14:creationId xmlns:p14="http://schemas.microsoft.com/office/powerpoint/2010/main" val="151223108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F456145E-B4ED-E376-1DC9-6E7975E1973E}"/>
              </a:ext>
            </a:extLst>
          </p:cNvPr>
          <p:cNvGraphicFramePr>
            <a:graphicFrameLocks noGrp="1"/>
          </p:cNvGraphicFramePr>
          <p:nvPr>
            <p:extLst>
              <p:ext uri="{D42A27DB-BD31-4B8C-83A1-F6EECF244321}">
                <p14:modId xmlns:p14="http://schemas.microsoft.com/office/powerpoint/2010/main" val="2030062995"/>
              </p:ext>
            </p:extLst>
          </p:nvPr>
        </p:nvGraphicFramePr>
        <p:xfrm>
          <a:off x="1383023" y="171632"/>
          <a:ext cx="9488178" cy="6514735"/>
        </p:xfrm>
        <a:graphic>
          <a:graphicData uri="http://schemas.openxmlformats.org/drawingml/2006/table">
            <a:tbl>
              <a:tblPr firstRow="1" bandRow="1">
                <a:tableStyleId>{5C22544A-7EE6-4342-B048-85BDC9FD1C3A}</a:tableStyleId>
              </a:tblPr>
              <a:tblGrid>
                <a:gridCol w="4744089">
                  <a:extLst>
                    <a:ext uri="{9D8B030D-6E8A-4147-A177-3AD203B41FA5}">
                      <a16:colId xmlns:a16="http://schemas.microsoft.com/office/drawing/2014/main" val="216459214"/>
                    </a:ext>
                  </a:extLst>
                </a:gridCol>
                <a:gridCol w="4744089">
                  <a:extLst>
                    <a:ext uri="{9D8B030D-6E8A-4147-A177-3AD203B41FA5}">
                      <a16:colId xmlns:a16="http://schemas.microsoft.com/office/drawing/2014/main" val="1200303707"/>
                    </a:ext>
                  </a:extLst>
                </a:gridCol>
              </a:tblGrid>
              <a:tr h="387842">
                <a:tc gridSpan="2">
                  <a:txBody>
                    <a:bodyPr/>
                    <a:lstStyle/>
                    <a:p>
                      <a:pPr algn="ctr"/>
                      <a:r>
                        <a:rPr lang="en-GB" sz="1200"/>
                        <a:t>Shortwave radiation</a:t>
                      </a:r>
                    </a:p>
                  </a:txBody>
                  <a:tcPr/>
                </a:tc>
                <a:tc hMerge="1">
                  <a:txBody>
                    <a:bodyPr/>
                    <a:lstStyle/>
                    <a:p>
                      <a:endParaRPr lang="en-GB"/>
                    </a:p>
                  </a:txBody>
                  <a:tcPr/>
                </a:tc>
                <a:extLst>
                  <a:ext uri="{0D108BD9-81ED-4DB2-BD59-A6C34878D82A}">
                    <a16:rowId xmlns:a16="http://schemas.microsoft.com/office/drawing/2014/main" val="2374229931"/>
                  </a:ext>
                </a:extLst>
              </a:tr>
              <a:tr h="441452">
                <a:tc>
                  <a:txBody>
                    <a:bodyPr/>
                    <a:lstStyle/>
                    <a:p>
                      <a:r>
                        <a:rPr lang="en-GB" sz="1200" b="1"/>
                        <a:t>Downwards</a:t>
                      </a:r>
                    </a:p>
                    <a:p>
                      <a:r>
                        <a:rPr lang="en-GB" sz="1200"/>
                        <a:t>(from space to Earth)</a:t>
                      </a:r>
                    </a:p>
                  </a:txBody>
                  <a:tcPr/>
                </a:tc>
                <a:tc>
                  <a:txBody>
                    <a:bodyPr/>
                    <a:lstStyle/>
                    <a:p>
                      <a:r>
                        <a:rPr lang="en-GB" sz="1200" b="1"/>
                        <a:t>Upwards</a:t>
                      </a:r>
                    </a:p>
                    <a:p>
                      <a:r>
                        <a:rPr lang="en-GB" sz="1200"/>
                        <a:t>(reflected from Earth to space)</a:t>
                      </a:r>
                    </a:p>
                  </a:txBody>
                  <a:tcPr/>
                </a:tc>
                <a:extLst>
                  <a:ext uri="{0D108BD9-81ED-4DB2-BD59-A6C34878D82A}">
                    <a16:rowId xmlns:a16="http://schemas.microsoft.com/office/drawing/2014/main" val="2143446170"/>
                  </a:ext>
                </a:extLst>
              </a:tr>
              <a:tr h="2835053">
                <a:tc>
                  <a:txBody>
                    <a:bodyPr/>
                    <a:lstStyle/>
                    <a:p>
                      <a:r>
                        <a:rPr lang="en-GB" sz="1200"/>
                        <a:t>Reality</a:t>
                      </a:r>
                    </a:p>
                    <a:p>
                      <a:r>
                        <a:rPr lang="en-GB" sz="1200"/>
                        <a:t>Solar radiation (0.48 microns) reaches Earth and passes through the atmosphere </a:t>
                      </a:r>
                    </a:p>
                    <a:p>
                      <a:r>
                        <a:rPr lang="en-GB" sz="1200"/>
                        <a:t>Attenuation of shortwave radiation through 3 processes</a:t>
                      </a:r>
                    </a:p>
                    <a:p>
                      <a:pPr marL="285750" indent="-285750">
                        <a:buFont typeface="Arial" panose="020B0604020202020204" pitchFamily="34" charset="0"/>
                        <a:buChar char="•"/>
                      </a:pPr>
                      <a:r>
                        <a:rPr lang="en-GB" sz="1200"/>
                        <a:t>Reflection</a:t>
                      </a:r>
                    </a:p>
                    <a:p>
                      <a:pPr marL="285750" indent="-285750">
                        <a:buFont typeface="Arial" panose="020B0604020202020204" pitchFamily="34" charset="0"/>
                        <a:buChar char="•"/>
                      </a:pPr>
                      <a:r>
                        <a:rPr lang="en-GB" sz="1200"/>
                        <a:t>Scattering </a:t>
                      </a:r>
                      <a:r>
                        <a:rPr lang="en-GB" sz="1200">
                          <a:sym typeface="Wingdings" panose="05000000000000000000" pitchFamily="2" charset="2"/>
                        </a:rPr>
                        <a:t> randomised change in direction of solar beam, dependent on size of scattering particle and wavelength of radiant energy</a:t>
                      </a:r>
                      <a:endParaRPr lang="en-GB" sz="1200"/>
                    </a:p>
                    <a:p>
                      <a:pPr marL="285750" indent="-285750">
                        <a:buFont typeface="Arial" panose="020B0604020202020204" pitchFamily="34" charset="0"/>
                        <a:buChar char="•"/>
                      </a:pPr>
                      <a:r>
                        <a:rPr lang="en-GB" sz="1200"/>
                        <a:t>Absorption </a:t>
                      </a:r>
                      <a:r>
                        <a:rPr lang="en-GB" sz="1200">
                          <a:sym typeface="Wingdings" panose="05000000000000000000" pitchFamily="2" charset="2"/>
                        </a:rPr>
                        <a:t> radiation is transformed into heat by the absorption of certain gases at specific wavelengths e.g. almost all UV radiation (&lt;0.29 microns) are absorbed by ozone</a:t>
                      </a:r>
                    </a:p>
                    <a:p>
                      <a:pPr marL="285750" indent="-285750">
                        <a:buFont typeface="Arial" panose="020B0604020202020204" pitchFamily="34" charset="0"/>
                        <a:buChar char="•"/>
                      </a:pPr>
                      <a:endParaRPr lang="en-GB" sz="1200">
                        <a:sym typeface="Wingdings" panose="05000000000000000000" pitchFamily="2" charset="2"/>
                      </a:endParaRPr>
                    </a:p>
                  </a:txBody>
                  <a:tcPr/>
                </a:tc>
                <a:tc>
                  <a:txBody>
                    <a:bodyPr/>
                    <a:lstStyle/>
                    <a:p>
                      <a:r>
                        <a:rPr lang="en-GB" sz="1200"/>
                        <a:t>Reality</a:t>
                      </a:r>
                    </a:p>
                    <a:p>
                      <a:r>
                        <a:rPr lang="en-GB" sz="1200"/>
                        <a:t>Shortwave adiation is reflected by the Earth’s albedo - (fraction of incident radiation reflected by the surface, ratio of reflected to received radiation)</a:t>
                      </a:r>
                    </a:p>
                    <a:p>
                      <a:r>
                        <a:rPr lang="en-GB" sz="1200"/>
                        <a:t>Main contributors to albedo:</a:t>
                      </a:r>
                      <a:br>
                        <a:rPr lang="en-GB" sz="1200"/>
                      </a:br>
                      <a:r>
                        <a:rPr lang="en-GB" sz="1200"/>
                        <a:t>- snow (75-95%), cumuliform cloud (70-90%), grassland (15-25%), forest (10-20%)</a:t>
                      </a:r>
                    </a:p>
                  </a:txBody>
                  <a:tcPr/>
                </a:tc>
                <a:extLst>
                  <a:ext uri="{0D108BD9-81ED-4DB2-BD59-A6C34878D82A}">
                    <a16:rowId xmlns:a16="http://schemas.microsoft.com/office/drawing/2014/main" val="432719101"/>
                  </a:ext>
                </a:extLst>
              </a:tr>
              <a:tr h="1556173">
                <a:tc>
                  <a:txBody>
                    <a:bodyPr/>
                    <a:lstStyle/>
                    <a:p>
                      <a:r>
                        <a:rPr lang="en-GB" sz="1200"/>
                        <a:t>SpeedyWeather</a:t>
                      </a:r>
                    </a:p>
                    <a:p>
                      <a:r>
                        <a:rPr lang="en-GB" sz="1200"/>
                        <a:t>Shortwave radiation</a:t>
                      </a:r>
                      <a:r>
                        <a:rPr lang="en-GB" sz="1200">
                          <a:sym typeface="Wingdings" panose="05000000000000000000" pitchFamily="2" charset="2"/>
                        </a:rPr>
                        <a:t> </a:t>
                      </a:r>
                      <a:r>
                        <a:rPr lang="en-GB" sz="1200" b="1" err="1">
                          <a:sym typeface="Wingdings" panose="05000000000000000000" pitchFamily="2" charset="2"/>
                        </a:rPr>
                        <a:t>OneBandShortwave</a:t>
                      </a:r>
                      <a:r>
                        <a:rPr lang="en-GB" sz="1200" b="1">
                          <a:sym typeface="Wingdings" panose="05000000000000000000" pitchFamily="2" charset="2"/>
                        </a:rPr>
                        <a:t> parameterisation</a:t>
                      </a:r>
                    </a:p>
                    <a:p>
                      <a:pPr marL="171450" indent="-171450">
                        <a:buFont typeface="Arial" panose="020B0604020202020204" pitchFamily="34" charset="0"/>
                        <a:buChar char="•"/>
                      </a:pPr>
                      <a:r>
                        <a:rPr lang="en-GB" sz="1200">
                          <a:sym typeface="Wingdings" panose="05000000000000000000" pitchFamily="2" charset="2"/>
                        </a:rPr>
                        <a:t>Calculate incoming solar flux at the top of the atmosphere using astronomical formulae (solar constant x solar zenith angle)</a:t>
                      </a:r>
                    </a:p>
                    <a:p>
                      <a:pPr marL="171450" indent="-171450">
                        <a:buFont typeface="Arial" panose="020B0604020202020204" pitchFamily="34" charset="0"/>
                        <a:buChar char="•"/>
                      </a:pPr>
                      <a:r>
                        <a:rPr lang="en-GB" sz="1200">
                          <a:sym typeface="Wingdings" panose="05000000000000000000" pitchFamily="2" charset="2"/>
                        </a:rPr>
                        <a:t>Subtract ozone absorption in stratosphere </a:t>
                      </a:r>
                    </a:p>
                    <a:p>
                      <a:pPr marL="171450" indent="-171450">
                        <a:buFont typeface="Arial" panose="020B0604020202020204" pitchFamily="34" charset="0"/>
                        <a:buChar char="•"/>
                      </a:pPr>
                      <a:r>
                        <a:rPr lang="en-GB" sz="1200">
                          <a:sym typeface="Wingdings" panose="05000000000000000000" pitchFamily="2" charset="2"/>
                        </a:rPr>
                        <a:t>Remaining downward flux is propagated through 8 tropospheric layers using transmissivity </a:t>
                      </a:r>
                    </a:p>
                    <a:p>
                      <a:pPr marL="628650" lvl="1" indent="-171450">
                        <a:buFont typeface="Arial" panose="020B0604020202020204" pitchFamily="34" charset="0"/>
                        <a:buChar char="•"/>
                      </a:pPr>
                      <a:r>
                        <a:rPr lang="en-GB" sz="1200">
                          <a:sym typeface="Wingdings" panose="05000000000000000000" pitchFamily="2" charset="2"/>
                        </a:rPr>
                        <a:t>Transmissivity considers ‘zenith angle, layer depth, humidity and cloud properties’</a:t>
                      </a:r>
                    </a:p>
                    <a:p>
                      <a:pPr marL="1085850" lvl="2" indent="-171450">
                        <a:buFont typeface="Arial" panose="020B0604020202020204" pitchFamily="34" charset="0"/>
                        <a:buChar char="•"/>
                      </a:pPr>
                      <a:r>
                        <a:rPr lang="en-GB" sz="1200">
                          <a:sym typeface="Wingdings" panose="05000000000000000000" pitchFamily="2" charset="2"/>
                        </a:rPr>
                        <a:t>There are 2 schemes, one uses a transparent atmosphere, the other removes absorption from aerosols, water vapour and clouds. </a:t>
                      </a:r>
                    </a:p>
                    <a:p>
                      <a:pPr marL="171450" indent="-171450">
                        <a:buFont typeface="Arial" panose="020B0604020202020204" pitchFamily="34" charset="0"/>
                        <a:buChar char="•"/>
                      </a:pPr>
                      <a:endParaRPr lang="en-GB" sz="1200">
                        <a:sym typeface="Wingdings" panose="05000000000000000000" pitchFamily="2" charset="2"/>
                      </a:endParaRPr>
                    </a:p>
                    <a:p>
                      <a:pPr marL="0" indent="0">
                        <a:buFont typeface="Arial" panose="020B0604020202020204" pitchFamily="34" charset="0"/>
                        <a:buNone/>
                      </a:pPr>
                      <a:endParaRPr lang="en-GB" sz="1200">
                        <a:sym typeface="Wingdings" panose="05000000000000000000" pitchFamily="2" charset="2"/>
                      </a:endParaRPr>
                    </a:p>
                  </a:txBody>
                  <a:tcPr/>
                </a:tc>
                <a:tc>
                  <a:txBody>
                    <a:bodyPr/>
                    <a:lstStyle/>
                    <a:p>
                      <a:r>
                        <a:rPr lang="en-GB" sz="1200"/>
                        <a:t>SpeedyWeather</a:t>
                      </a:r>
                    </a:p>
                    <a:p>
                      <a:pPr lvl="0">
                        <a:buNone/>
                      </a:pPr>
                      <a:endParaRPr lang="en-GB" sz="1200"/>
                    </a:p>
                    <a:p>
                      <a:pPr marL="171450" indent="-171450">
                        <a:buFont typeface="Arial"/>
                        <a:buChar char="•"/>
                      </a:pPr>
                      <a:r>
                        <a:rPr lang="en-GB" sz="1200"/>
                        <a:t>Top layer of atmosphere contains a cloud reflection term</a:t>
                      </a:r>
                    </a:p>
                    <a:p>
                      <a:r>
                        <a:rPr lang="en-GB" sz="1200"/>
                        <a:t>Bottom layer of atmosphere contains surface albedo term and stratocumulus reflection</a:t>
                      </a:r>
                    </a:p>
                    <a:p>
                      <a:pPr lvl="0">
                        <a:buNone/>
                      </a:pPr>
                      <a:endParaRPr lang="en-GB" sz="1200"/>
                    </a:p>
                    <a:p>
                      <a:pPr lvl="0">
                        <a:buNone/>
                      </a:pPr>
                      <a:endParaRPr lang="en-GB"/>
                    </a:p>
                    <a:p>
                      <a:pPr lvl="0">
                        <a:buNone/>
                      </a:pPr>
                      <a:endParaRPr lang="en-GB"/>
                    </a:p>
                  </a:txBody>
                  <a:tcPr/>
                </a:tc>
                <a:extLst>
                  <a:ext uri="{0D108BD9-81ED-4DB2-BD59-A6C34878D82A}">
                    <a16:rowId xmlns:a16="http://schemas.microsoft.com/office/drawing/2014/main" val="2022601623"/>
                  </a:ext>
                </a:extLst>
              </a:tr>
            </a:tbl>
          </a:graphicData>
        </a:graphic>
      </p:graphicFrame>
      <p:sp>
        <p:nvSpPr>
          <p:cNvPr id="3" name="Rectangle 2">
            <a:extLst>
              <a:ext uri="{FF2B5EF4-FFF2-40B4-BE49-F238E27FC236}">
                <a16:creationId xmlns:a16="http://schemas.microsoft.com/office/drawing/2014/main" id="{62FE0588-D979-F96B-B681-EEF2A9EFCA6E}"/>
              </a:ext>
            </a:extLst>
          </p:cNvPr>
          <p:cNvSpPr/>
          <p:nvPr/>
        </p:nvSpPr>
        <p:spPr>
          <a:xfrm>
            <a:off x="1383023" y="498991"/>
            <a:ext cx="9488177" cy="6187375"/>
          </a:xfrm>
          <a:prstGeom prst="rect">
            <a:avLst/>
          </a:prstGeom>
          <a:noFill/>
          <a:ln w="381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1612511350"/>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D52E4B85-3F79-F5BC-7E82-916A792285B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33525" y="856721"/>
            <a:ext cx="4762500" cy="5457825"/>
          </a:xfrm>
          <a:prstGeom prst="rect">
            <a:avLst/>
          </a:prstGeom>
        </p:spPr>
      </p:pic>
      <p:sp>
        <p:nvSpPr>
          <p:cNvPr id="3" name="TextBox 2">
            <a:extLst>
              <a:ext uri="{FF2B5EF4-FFF2-40B4-BE49-F238E27FC236}">
                <a16:creationId xmlns:a16="http://schemas.microsoft.com/office/drawing/2014/main" id="{AC9D2151-93D5-DA15-5CB3-6762FEA65D8B}"/>
              </a:ext>
            </a:extLst>
          </p:cNvPr>
          <p:cNvSpPr txBox="1"/>
          <p:nvPr/>
        </p:nvSpPr>
        <p:spPr>
          <a:xfrm>
            <a:off x="3763478" y="240632"/>
            <a:ext cx="3465094" cy="366322"/>
          </a:xfrm>
          <a:prstGeom prst="rect">
            <a:avLst/>
          </a:prstGeom>
          <a:noFill/>
        </p:spPr>
        <p:txBody>
          <a:bodyPr wrap="square" rtlCol="0">
            <a:spAutoFit/>
          </a:bodyPr>
          <a:lstStyle/>
          <a:p>
            <a:r>
              <a:rPr lang="en-GB"/>
              <a:t>Shortwave radiation: Reality</a:t>
            </a:r>
          </a:p>
        </p:txBody>
      </p:sp>
      <p:pic>
        <p:nvPicPr>
          <p:cNvPr id="4" name="Picture 3">
            <a:extLst>
              <a:ext uri="{FF2B5EF4-FFF2-40B4-BE49-F238E27FC236}">
                <a16:creationId xmlns:a16="http://schemas.microsoft.com/office/drawing/2014/main" id="{302075E9-DBB5-5C5A-976F-635D46FE941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880125" y="1292392"/>
            <a:ext cx="4762500" cy="3467100"/>
          </a:xfrm>
          <a:prstGeom prst="rect">
            <a:avLst/>
          </a:prstGeom>
        </p:spPr>
      </p:pic>
    </p:spTree>
    <p:extLst>
      <p:ext uri="{BB962C8B-B14F-4D97-AF65-F5344CB8AC3E}">
        <p14:creationId xmlns:p14="http://schemas.microsoft.com/office/powerpoint/2010/main" val="188198589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637EBF59-F97E-8965-46CD-8067DD131128}"/>
              </a:ext>
            </a:extLst>
          </p:cNvPr>
          <p:cNvSpPr txBox="1"/>
          <p:nvPr/>
        </p:nvSpPr>
        <p:spPr>
          <a:xfrm>
            <a:off x="3763478" y="240632"/>
            <a:ext cx="4669322" cy="369332"/>
          </a:xfrm>
          <a:prstGeom prst="rect">
            <a:avLst/>
          </a:prstGeom>
          <a:noFill/>
        </p:spPr>
        <p:txBody>
          <a:bodyPr wrap="square" rtlCol="0">
            <a:spAutoFit/>
          </a:bodyPr>
          <a:lstStyle/>
          <a:p>
            <a:r>
              <a:rPr lang="en-GB"/>
              <a:t>Shortwave radiation: SpeedyWeather</a:t>
            </a:r>
          </a:p>
        </p:txBody>
      </p:sp>
      <p:pic>
        <p:nvPicPr>
          <p:cNvPr id="6" name="Picture 5">
            <a:extLst>
              <a:ext uri="{FF2B5EF4-FFF2-40B4-BE49-F238E27FC236}">
                <a16:creationId xmlns:a16="http://schemas.microsoft.com/office/drawing/2014/main" id="{8B5C8179-A279-0CD4-8781-EE910BDE429D}"/>
              </a:ext>
            </a:extLst>
          </p:cNvPr>
          <p:cNvPicPr>
            <a:picLocks noChangeAspect="1"/>
          </p:cNvPicPr>
          <p:nvPr/>
        </p:nvPicPr>
        <p:blipFill>
          <a:blip r:embed="rId2"/>
          <a:stretch>
            <a:fillRect/>
          </a:stretch>
        </p:blipFill>
        <p:spPr>
          <a:xfrm>
            <a:off x="211796" y="980899"/>
            <a:ext cx="5007033" cy="4035602"/>
          </a:xfrm>
          <a:prstGeom prst="rect">
            <a:avLst/>
          </a:prstGeom>
        </p:spPr>
      </p:pic>
      <p:pic>
        <p:nvPicPr>
          <p:cNvPr id="8" name="Picture 7">
            <a:extLst>
              <a:ext uri="{FF2B5EF4-FFF2-40B4-BE49-F238E27FC236}">
                <a16:creationId xmlns:a16="http://schemas.microsoft.com/office/drawing/2014/main" id="{B833DED7-A8BA-C673-CAAC-A48A56DFFA62}"/>
              </a:ext>
            </a:extLst>
          </p:cNvPr>
          <p:cNvPicPr>
            <a:picLocks noChangeAspect="1"/>
          </p:cNvPicPr>
          <p:nvPr/>
        </p:nvPicPr>
        <p:blipFill>
          <a:blip r:embed="rId3"/>
          <a:stretch>
            <a:fillRect/>
          </a:stretch>
        </p:blipFill>
        <p:spPr>
          <a:xfrm>
            <a:off x="5502297" y="980899"/>
            <a:ext cx="6477907" cy="3907193"/>
          </a:xfrm>
          <a:prstGeom prst="rect">
            <a:avLst/>
          </a:prstGeom>
        </p:spPr>
      </p:pic>
    </p:spTree>
    <p:extLst>
      <p:ext uri="{BB962C8B-B14F-4D97-AF65-F5344CB8AC3E}">
        <p14:creationId xmlns:p14="http://schemas.microsoft.com/office/powerpoint/2010/main" val="217868941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3195F676-B2D7-F22F-F04F-FBFDF0A36A33}"/>
              </a:ext>
            </a:extLst>
          </p:cNvPr>
          <p:cNvGraphicFramePr>
            <a:graphicFrameLocks noGrp="1"/>
          </p:cNvGraphicFramePr>
          <p:nvPr>
            <p:extLst>
              <p:ext uri="{D42A27DB-BD31-4B8C-83A1-F6EECF244321}">
                <p14:modId xmlns:p14="http://schemas.microsoft.com/office/powerpoint/2010/main" val="3919139675"/>
              </p:ext>
            </p:extLst>
          </p:nvPr>
        </p:nvGraphicFramePr>
        <p:xfrm>
          <a:off x="1351911" y="431514"/>
          <a:ext cx="9488178" cy="5236268"/>
        </p:xfrm>
        <a:graphic>
          <a:graphicData uri="http://schemas.openxmlformats.org/drawingml/2006/table">
            <a:tbl>
              <a:tblPr firstRow="1" bandRow="1">
                <a:tableStyleId>{93296810-A885-4BE3-A3E7-6D5BEEA58F35}</a:tableStyleId>
              </a:tblPr>
              <a:tblGrid>
                <a:gridCol w="4744089">
                  <a:extLst>
                    <a:ext uri="{9D8B030D-6E8A-4147-A177-3AD203B41FA5}">
                      <a16:colId xmlns:a16="http://schemas.microsoft.com/office/drawing/2014/main" val="216459214"/>
                    </a:ext>
                  </a:extLst>
                </a:gridCol>
                <a:gridCol w="4744089">
                  <a:extLst>
                    <a:ext uri="{9D8B030D-6E8A-4147-A177-3AD203B41FA5}">
                      <a16:colId xmlns:a16="http://schemas.microsoft.com/office/drawing/2014/main" val="1200303707"/>
                    </a:ext>
                  </a:extLst>
                </a:gridCol>
              </a:tblGrid>
              <a:tr h="387842">
                <a:tc gridSpan="2">
                  <a:txBody>
                    <a:bodyPr/>
                    <a:lstStyle/>
                    <a:p>
                      <a:pPr algn="ctr"/>
                      <a:r>
                        <a:rPr lang="en-GB" sz="1200"/>
                        <a:t>Longwave Radiation</a:t>
                      </a:r>
                    </a:p>
                  </a:txBody>
                  <a:tcPr/>
                </a:tc>
                <a:tc hMerge="1">
                  <a:txBody>
                    <a:bodyPr/>
                    <a:lstStyle/>
                    <a:p>
                      <a:endParaRPr lang="en-GB"/>
                    </a:p>
                  </a:txBody>
                  <a:tcPr/>
                </a:tc>
                <a:extLst>
                  <a:ext uri="{0D108BD9-81ED-4DB2-BD59-A6C34878D82A}">
                    <a16:rowId xmlns:a16="http://schemas.microsoft.com/office/drawing/2014/main" val="2374229931"/>
                  </a:ext>
                </a:extLst>
              </a:tr>
              <a:tr h="441452">
                <a:tc>
                  <a:txBody>
                    <a:bodyPr/>
                    <a:lstStyle/>
                    <a:p>
                      <a:r>
                        <a:rPr lang="en-GB" sz="1200" b="1"/>
                        <a:t>Upward</a:t>
                      </a:r>
                    </a:p>
                    <a:p>
                      <a:r>
                        <a:rPr lang="en-GB" sz="1200"/>
                        <a:t>From surface to atmosphere and space</a:t>
                      </a:r>
                    </a:p>
                  </a:txBody>
                  <a:tcPr/>
                </a:tc>
                <a:tc>
                  <a:txBody>
                    <a:bodyPr/>
                    <a:lstStyle/>
                    <a:p>
                      <a:r>
                        <a:rPr lang="en-GB" sz="1200" b="1"/>
                        <a:t>Downward</a:t>
                      </a:r>
                    </a:p>
                    <a:p>
                      <a:r>
                        <a:rPr lang="en-GB" sz="1200"/>
                        <a:t>From atmosphere back to surface</a:t>
                      </a:r>
                    </a:p>
                  </a:txBody>
                  <a:tcPr/>
                </a:tc>
                <a:extLst>
                  <a:ext uri="{0D108BD9-81ED-4DB2-BD59-A6C34878D82A}">
                    <a16:rowId xmlns:a16="http://schemas.microsoft.com/office/drawing/2014/main" val="2143446170"/>
                  </a:ext>
                </a:extLst>
              </a:tr>
              <a:tr h="2835053">
                <a:tc>
                  <a:txBody>
                    <a:bodyPr/>
                    <a:lstStyle/>
                    <a:p>
                      <a:pPr marL="0" indent="0">
                        <a:buFont typeface="Arial" panose="020B0604020202020204" pitchFamily="34" charset="0"/>
                        <a:buNone/>
                      </a:pPr>
                      <a:r>
                        <a:rPr lang="en-GB" sz="1200">
                          <a:sym typeface="Wingdings" panose="05000000000000000000" pitchFamily="2" charset="2"/>
                        </a:rPr>
                        <a:t>Reality</a:t>
                      </a:r>
                    </a:p>
                    <a:p>
                      <a:r>
                        <a:rPr lang="en-GB" sz="1200" b="0"/>
                        <a:t>A proportion of incoming shortwave radiation is absorbed by the Earth’s surface and by parts of the atmosphere (mainly clouds, aerosols, ozone, and some lower-atmospheric gases). The surface warms and emits upward longwave radiation according to Stefan–Boltzmann’s law (the warmer the surface, the more longwave it emits).</a:t>
                      </a:r>
                    </a:p>
                    <a:p>
                      <a:endParaRPr lang="en-GB" sz="1200" b="0"/>
                    </a:p>
                    <a:p>
                      <a:r>
                        <a:rPr lang="en-GB" sz="1200" b="0"/>
                        <a:t>Greenhouse gases and clouds absorb longwave radiation and re-emit it both upward and downward. Upward longwave radiation escapes to space or is absorbed by higher atmospheric layers. Downward longwave radiation is absorbed by the surface, which then warms and emits its own upward longwave radiation.</a:t>
                      </a:r>
                    </a:p>
                    <a:p>
                      <a:pPr marL="0" indent="0">
                        <a:buFontTx/>
                        <a:buNone/>
                      </a:pPr>
                      <a:endParaRPr lang="en-GB" sz="1200">
                        <a:sym typeface="Wingdings" panose="05000000000000000000" pitchFamily="2" charset="2"/>
                      </a:endParaRPr>
                    </a:p>
                  </a:txBody>
                  <a:tcPr/>
                </a:tc>
                <a:tc>
                  <a:txBody>
                    <a:bodyPr/>
                    <a:lstStyle/>
                    <a:p>
                      <a:r>
                        <a:rPr lang="en-GB" sz="1200"/>
                        <a:t>Reality</a:t>
                      </a:r>
                    </a:p>
                    <a:p>
                      <a:pPr marL="0" marR="0" lvl="0" indent="0" algn="l" defTabSz="457200" rtl="0" eaLnBrk="1" fontAlgn="auto" latinLnBrk="0" hangingPunct="1">
                        <a:lnSpc>
                          <a:spcPct val="100000"/>
                        </a:lnSpc>
                        <a:spcBef>
                          <a:spcPts val="0"/>
                        </a:spcBef>
                        <a:spcAft>
                          <a:spcPts val="0"/>
                        </a:spcAft>
                        <a:buClrTx/>
                        <a:buSzTx/>
                        <a:buFontTx/>
                        <a:buNone/>
                        <a:tabLst/>
                        <a:defRPr/>
                      </a:pPr>
                      <a:r>
                        <a:rPr lang="en-GB" sz="1200" b="0"/>
                        <a:t>The atmosphere absorbs energy and emits downward longwave radiation. </a:t>
                      </a:r>
                    </a:p>
                    <a:p>
                      <a:pPr marL="171450" marR="0" lvl="0" indent="-171450" algn="l" defTabSz="457200" rtl="0" eaLnBrk="1" fontAlgn="auto" latinLnBrk="0" hangingPunct="1">
                        <a:lnSpc>
                          <a:spcPct val="100000"/>
                        </a:lnSpc>
                        <a:spcBef>
                          <a:spcPts val="0"/>
                        </a:spcBef>
                        <a:spcAft>
                          <a:spcPts val="0"/>
                        </a:spcAft>
                        <a:buClrTx/>
                        <a:buSzTx/>
                        <a:buFontTx/>
                        <a:buChar char="-"/>
                        <a:tabLst/>
                        <a:defRPr/>
                      </a:pPr>
                      <a:r>
                        <a:rPr lang="en-GB" sz="1200" b="0"/>
                        <a:t>Greenhouse gases absorb longwave radiation and re-emit it in any directions, including downward toward the surface.</a:t>
                      </a:r>
                    </a:p>
                    <a:p>
                      <a:pPr marL="171450" marR="0" lvl="0" indent="-171450" algn="l" defTabSz="457200" rtl="0" eaLnBrk="1" fontAlgn="auto" latinLnBrk="0" hangingPunct="1">
                        <a:lnSpc>
                          <a:spcPct val="100000"/>
                        </a:lnSpc>
                        <a:spcBef>
                          <a:spcPts val="0"/>
                        </a:spcBef>
                        <a:spcAft>
                          <a:spcPts val="0"/>
                        </a:spcAft>
                        <a:buClrTx/>
                        <a:buSzTx/>
                        <a:buFontTx/>
                        <a:buChar char="-"/>
                        <a:tabLst/>
                        <a:defRPr/>
                      </a:pPr>
                      <a:r>
                        <a:rPr lang="en-GB" sz="1200" b="0"/>
                        <a:t>Clouds behave like strong longwave emitters and produce downward longwave fluxes</a:t>
                      </a:r>
                    </a:p>
                    <a:p>
                      <a:pPr marL="171450" indent="-171450">
                        <a:buFontTx/>
                        <a:buChar char="-"/>
                      </a:pPr>
                      <a:endParaRPr lang="en-GB" sz="1200"/>
                    </a:p>
                  </a:txBody>
                  <a:tcPr/>
                </a:tc>
                <a:extLst>
                  <a:ext uri="{0D108BD9-81ED-4DB2-BD59-A6C34878D82A}">
                    <a16:rowId xmlns:a16="http://schemas.microsoft.com/office/drawing/2014/main" val="432719101"/>
                  </a:ext>
                </a:extLst>
              </a:tr>
              <a:tr h="1556173">
                <a:tc gridSpan="2">
                  <a:txBody>
                    <a:bodyPr/>
                    <a:lstStyle/>
                    <a:p>
                      <a:pPr marL="0" indent="0">
                        <a:buFont typeface="Arial" panose="020B0604020202020204" pitchFamily="34" charset="0"/>
                        <a:buNone/>
                      </a:pPr>
                      <a:r>
                        <a:rPr lang="en-GB" sz="1200">
                          <a:sym typeface="Wingdings" panose="05000000000000000000" pitchFamily="2" charset="2"/>
                        </a:rPr>
                        <a:t>SpeedyWeather – </a:t>
                      </a:r>
                      <a:r>
                        <a:rPr lang="en-GB" sz="1200" err="1">
                          <a:sym typeface="Wingdings" panose="05000000000000000000" pitchFamily="2" charset="2"/>
                        </a:rPr>
                        <a:t>Jeevanjee</a:t>
                      </a:r>
                      <a:r>
                        <a:rPr lang="en-GB" sz="1200">
                          <a:sym typeface="Wingdings" panose="05000000000000000000" pitchFamily="2" charset="2"/>
                        </a:rPr>
                        <a:t> Radiation parameterisation</a:t>
                      </a:r>
                    </a:p>
                    <a:p>
                      <a:pPr marL="171450" indent="-171450">
                        <a:buFontTx/>
                        <a:buChar char="-"/>
                      </a:pPr>
                      <a:r>
                        <a:rPr lang="en-GB" sz="1200">
                          <a:sym typeface="Wingdings" panose="05000000000000000000" pitchFamily="2" charset="2"/>
                        </a:rPr>
                        <a:t>Uniform cooling parameterisation  all parts of Earth has a cooling of -1.5K/day</a:t>
                      </a:r>
                    </a:p>
                    <a:p>
                      <a:pPr marL="171450" indent="-171450">
                        <a:buFontTx/>
                        <a:buChar char="-"/>
                      </a:pPr>
                      <a:r>
                        <a:rPr lang="en-GB" sz="1200" err="1">
                          <a:sym typeface="Wingdings" panose="05000000000000000000" pitchFamily="2" charset="2"/>
                        </a:rPr>
                        <a:t>Jeevanjee</a:t>
                      </a:r>
                      <a:r>
                        <a:rPr lang="en-GB" sz="1200">
                          <a:sym typeface="Wingdings" panose="05000000000000000000" pitchFamily="2" charset="2"/>
                        </a:rPr>
                        <a:t> and Zhou parameterisation scheme  </a:t>
                      </a:r>
                    </a:p>
                    <a:p>
                      <a:pPr marL="628650" lvl="1" indent="-171450">
                        <a:buFontTx/>
                        <a:buChar char="-"/>
                      </a:pPr>
                      <a:r>
                        <a:rPr lang="en-GB" sz="1200">
                          <a:sym typeface="Wingdings" panose="05000000000000000000" pitchFamily="2" charset="2"/>
                        </a:rPr>
                        <a:t>dT  ‘change in flux depends on temperature (T)’</a:t>
                      </a:r>
                    </a:p>
                    <a:p>
                      <a:pPr marL="628650" lvl="1" indent="-171450">
                        <a:buFontTx/>
                        <a:buChar char="-"/>
                      </a:pPr>
                      <a:r>
                        <a:rPr lang="en-GB" sz="1200">
                          <a:sym typeface="Wingdings" panose="05000000000000000000" pitchFamily="2" charset="2"/>
                        </a:rPr>
                        <a:t>F  ‘vertical upward flux between 2 layers’ </a:t>
                      </a:r>
                    </a:p>
                    <a:p>
                      <a:pPr marL="628650" lvl="1" indent="-171450">
                        <a:buFontTx/>
                        <a:buChar char="-"/>
                      </a:pPr>
                      <a:r>
                        <a:rPr lang="en-GB" sz="1200">
                          <a:sym typeface="Wingdings" panose="05000000000000000000" pitchFamily="2" charset="2"/>
                        </a:rPr>
                        <a:t>‘A layer below a higher temperature would flux into colder layers above as long as its temperature T &gt; Tt</a:t>
                      </a:r>
                    </a:p>
                    <a:p>
                      <a:pPr marL="628650" lvl="1" indent="-171450">
                        <a:buFontTx/>
                        <a:buChar char="-"/>
                      </a:pPr>
                      <a:endParaRPr lang="en-GB" sz="1200">
                        <a:sym typeface="Wingdings" panose="05000000000000000000" pitchFamily="2" charset="2"/>
                      </a:endParaRPr>
                    </a:p>
                    <a:p>
                      <a:pPr marL="171450" indent="-171450">
                        <a:buFontTx/>
                        <a:buChar char="-"/>
                      </a:pPr>
                      <a:endParaRPr lang="en-GB" sz="1200">
                        <a:sym typeface="Wingdings" panose="05000000000000000000" pitchFamily="2" charset="2"/>
                      </a:endParaRPr>
                    </a:p>
                  </a:txBody>
                  <a:tcPr/>
                </a:tc>
                <a:tc hMerge="1">
                  <a:txBody>
                    <a:bodyPr/>
                    <a:lstStyle/>
                    <a:p>
                      <a:endParaRPr/>
                    </a:p>
                  </a:txBody>
                  <a:tcPr/>
                </a:tc>
                <a:extLst>
                  <a:ext uri="{0D108BD9-81ED-4DB2-BD59-A6C34878D82A}">
                    <a16:rowId xmlns:a16="http://schemas.microsoft.com/office/drawing/2014/main" val="2022601623"/>
                  </a:ext>
                </a:extLst>
              </a:tr>
            </a:tbl>
          </a:graphicData>
        </a:graphic>
      </p:graphicFrame>
      <p:pic>
        <p:nvPicPr>
          <p:cNvPr id="3" name="Picture 2">
            <a:extLst>
              <a:ext uri="{FF2B5EF4-FFF2-40B4-BE49-F238E27FC236}">
                <a16:creationId xmlns:a16="http://schemas.microsoft.com/office/drawing/2014/main" id="{0B658D05-26FA-1A8E-08CD-C24A3168A73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811005" y="4227897"/>
            <a:ext cx="1223964" cy="442913"/>
          </a:xfrm>
          <a:prstGeom prst="rect">
            <a:avLst/>
          </a:prstGeom>
        </p:spPr>
      </p:pic>
      <p:sp>
        <p:nvSpPr>
          <p:cNvPr id="4" name="Rectangle 3">
            <a:extLst>
              <a:ext uri="{FF2B5EF4-FFF2-40B4-BE49-F238E27FC236}">
                <a16:creationId xmlns:a16="http://schemas.microsoft.com/office/drawing/2014/main" id="{1367BD63-79E6-4347-DF8E-C6A689A83C2F}"/>
              </a:ext>
            </a:extLst>
          </p:cNvPr>
          <p:cNvSpPr/>
          <p:nvPr/>
        </p:nvSpPr>
        <p:spPr>
          <a:xfrm>
            <a:off x="1347537" y="423512"/>
            <a:ext cx="9538636" cy="5236143"/>
          </a:xfrm>
          <a:prstGeom prst="rect">
            <a:avLst/>
          </a:prstGeom>
          <a:noFill/>
          <a:ln w="38100">
            <a:solidFill>
              <a:schemeClr val="accent6">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255579187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6DE8C798-8943-8B26-D53E-C1551C876740}"/>
              </a:ext>
            </a:extLst>
          </p:cNvPr>
          <p:cNvPicPr>
            <a:picLocks noChangeAspect="1"/>
          </p:cNvPicPr>
          <p:nvPr/>
        </p:nvPicPr>
        <p:blipFill>
          <a:blip r:embed="rId2"/>
          <a:stretch>
            <a:fillRect/>
          </a:stretch>
        </p:blipFill>
        <p:spPr>
          <a:xfrm>
            <a:off x="99559" y="291802"/>
            <a:ext cx="4337504" cy="2845098"/>
          </a:xfrm>
          <a:prstGeom prst="rect">
            <a:avLst/>
          </a:prstGeom>
        </p:spPr>
      </p:pic>
      <p:pic>
        <p:nvPicPr>
          <p:cNvPr id="6" name="Picture 2">
            <a:extLst>
              <a:ext uri="{FF2B5EF4-FFF2-40B4-BE49-F238E27FC236}">
                <a16:creationId xmlns:a16="http://schemas.microsoft.com/office/drawing/2014/main" id="{807A891D-5832-DD45-7BAE-8FDC1B19E3C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33700" y="3296722"/>
            <a:ext cx="4763044" cy="356127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7" name="Picture 2" descr="NCEP GrADS image">
            <a:extLst>
              <a:ext uri="{FF2B5EF4-FFF2-40B4-BE49-F238E27FC236}">
                <a16:creationId xmlns:a16="http://schemas.microsoft.com/office/drawing/2014/main" id="{0961C16E-7059-622F-DB42-AD493AEF776F}"/>
              </a:ext>
            </a:extLst>
          </p:cNvPr>
          <p:cNvPicPr>
            <a:picLocks noChangeAspect="1" noChangeArrowheads="1"/>
          </p:cNvPicPr>
          <p:nvPr/>
        </p:nvPicPr>
        <p:blipFill>
          <a:blip r:embed="rId4" cstate="print"/>
          <a:srcRect/>
          <a:stretch>
            <a:fillRect/>
          </a:stretch>
        </p:blipFill>
        <p:spPr bwMode="auto">
          <a:xfrm>
            <a:off x="7899400" y="291802"/>
            <a:ext cx="4514850" cy="3487045"/>
          </a:xfrm>
          <a:prstGeom prst="rect">
            <a:avLst/>
          </a:prstGeom>
          <a:noFill/>
          <a:ln w="9525">
            <a:noFill/>
            <a:miter lim="800000"/>
            <a:headEnd/>
            <a:tailEnd/>
          </a:ln>
        </p:spPr>
      </p:pic>
      <p:sp>
        <p:nvSpPr>
          <p:cNvPr id="8" name="TextBox 7">
            <a:extLst>
              <a:ext uri="{FF2B5EF4-FFF2-40B4-BE49-F238E27FC236}">
                <a16:creationId xmlns:a16="http://schemas.microsoft.com/office/drawing/2014/main" id="{EF74DD56-E7E3-7C33-8AFF-B8AD2CC50AB4}"/>
              </a:ext>
            </a:extLst>
          </p:cNvPr>
          <p:cNvSpPr txBox="1"/>
          <p:nvPr/>
        </p:nvSpPr>
        <p:spPr>
          <a:xfrm>
            <a:off x="4435685" y="291802"/>
            <a:ext cx="3465094" cy="366322"/>
          </a:xfrm>
          <a:prstGeom prst="rect">
            <a:avLst/>
          </a:prstGeom>
          <a:noFill/>
        </p:spPr>
        <p:txBody>
          <a:bodyPr wrap="square" rtlCol="0">
            <a:spAutoFit/>
          </a:bodyPr>
          <a:lstStyle/>
          <a:p>
            <a:r>
              <a:rPr lang="en-GB"/>
              <a:t>Longwave radiation: Reality</a:t>
            </a:r>
          </a:p>
        </p:txBody>
      </p:sp>
    </p:spTree>
    <p:extLst>
      <p:ext uri="{BB962C8B-B14F-4D97-AF65-F5344CB8AC3E}">
        <p14:creationId xmlns:p14="http://schemas.microsoft.com/office/powerpoint/2010/main" val="88065759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639BD5F-7CC6-629C-4FCE-AEC555D9D7D7}"/>
              </a:ext>
            </a:extLst>
          </p:cNvPr>
          <p:cNvSpPr txBox="1"/>
          <p:nvPr/>
        </p:nvSpPr>
        <p:spPr>
          <a:xfrm>
            <a:off x="3763478" y="240632"/>
            <a:ext cx="4669322" cy="369332"/>
          </a:xfrm>
          <a:prstGeom prst="rect">
            <a:avLst/>
          </a:prstGeom>
          <a:noFill/>
        </p:spPr>
        <p:txBody>
          <a:bodyPr wrap="square" rtlCol="0">
            <a:spAutoFit/>
          </a:bodyPr>
          <a:lstStyle/>
          <a:p>
            <a:r>
              <a:rPr lang="en-GB"/>
              <a:t>Longwave radiation: SpeedyWeather</a:t>
            </a:r>
          </a:p>
        </p:txBody>
      </p:sp>
      <p:pic>
        <p:nvPicPr>
          <p:cNvPr id="4" name="Picture 3">
            <a:extLst>
              <a:ext uri="{FF2B5EF4-FFF2-40B4-BE49-F238E27FC236}">
                <a16:creationId xmlns:a16="http://schemas.microsoft.com/office/drawing/2014/main" id="{AE49AC94-413E-D47F-ADC5-970D0447E0C0}"/>
              </a:ext>
            </a:extLst>
          </p:cNvPr>
          <p:cNvPicPr>
            <a:picLocks noChangeAspect="1"/>
          </p:cNvPicPr>
          <p:nvPr/>
        </p:nvPicPr>
        <p:blipFill>
          <a:blip r:embed="rId2"/>
          <a:stretch>
            <a:fillRect/>
          </a:stretch>
        </p:blipFill>
        <p:spPr>
          <a:xfrm>
            <a:off x="502679" y="1081602"/>
            <a:ext cx="5440588" cy="3105387"/>
          </a:xfrm>
          <a:prstGeom prst="rect">
            <a:avLst/>
          </a:prstGeom>
        </p:spPr>
      </p:pic>
      <p:pic>
        <p:nvPicPr>
          <p:cNvPr id="6" name="Picture 5">
            <a:extLst>
              <a:ext uri="{FF2B5EF4-FFF2-40B4-BE49-F238E27FC236}">
                <a16:creationId xmlns:a16="http://schemas.microsoft.com/office/drawing/2014/main" id="{BF0233BE-4604-2326-00D7-C680723CC2B7}"/>
              </a:ext>
            </a:extLst>
          </p:cNvPr>
          <p:cNvPicPr>
            <a:picLocks noChangeAspect="1"/>
          </p:cNvPicPr>
          <p:nvPr/>
        </p:nvPicPr>
        <p:blipFill>
          <a:blip r:embed="rId3"/>
          <a:stretch>
            <a:fillRect/>
          </a:stretch>
        </p:blipFill>
        <p:spPr>
          <a:xfrm>
            <a:off x="6515424" y="878146"/>
            <a:ext cx="5440587" cy="5040723"/>
          </a:xfrm>
          <a:prstGeom prst="rect">
            <a:avLst/>
          </a:prstGeom>
        </p:spPr>
      </p:pic>
    </p:spTree>
    <p:extLst>
      <p:ext uri="{BB962C8B-B14F-4D97-AF65-F5344CB8AC3E}">
        <p14:creationId xmlns:p14="http://schemas.microsoft.com/office/powerpoint/2010/main" val="288019782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D9F1E2-F5DA-4998-4E35-326BD3B436F4}"/>
              </a:ext>
            </a:extLst>
          </p:cNvPr>
          <p:cNvSpPr>
            <a:spLocks noGrp="1"/>
          </p:cNvSpPr>
          <p:nvPr>
            <p:ph type="title"/>
          </p:nvPr>
        </p:nvSpPr>
        <p:spPr/>
        <p:txBody>
          <a:bodyPr/>
          <a:lstStyle/>
          <a:p>
            <a:r>
              <a:rPr lang="en-GB"/>
              <a:t>Project Development</a:t>
            </a:r>
          </a:p>
        </p:txBody>
      </p:sp>
      <p:sp>
        <p:nvSpPr>
          <p:cNvPr id="3" name="Text Placeholder 2">
            <a:extLst>
              <a:ext uri="{FF2B5EF4-FFF2-40B4-BE49-F238E27FC236}">
                <a16:creationId xmlns:a16="http://schemas.microsoft.com/office/drawing/2014/main" id="{0339C0A6-E37E-90CC-E009-34E3B64F97A3}"/>
              </a:ext>
            </a:extLst>
          </p:cNvPr>
          <p:cNvSpPr>
            <a:spLocks noGrp="1"/>
          </p:cNvSpPr>
          <p:nvPr>
            <p:ph type="body" idx="1"/>
          </p:nvPr>
        </p:nvSpPr>
        <p:spPr/>
        <p:txBody>
          <a:bodyPr/>
          <a:lstStyle/>
          <a:p>
            <a:r>
              <a:rPr lang="en-GB"/>
              <a:t>Phase 1</a:t>
            </a:r>
          </a:p>
        </p:txBody>
      </p:sp>
    </p:spTree>
    <p:extLst>
      <p:ext uri="{BB962C8B-B14F-4D97-AF65-F5344CB8AC3E}">
        <p14:creationId xmlns:p14="http://schemas.microsoft.com/office/powerpoint/2010/main" val="428890808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0904D0F-FEB1-2AE8-E994-5EEAF0F76BBD}"/>
              </a:ext>
            </a:extLst>
          </p:cNvPr>
          <p:cNvPicPr>
            <a:picLocks noChangeAspect="1"/>
          </p:cNvPicPr>
          <p:nvPr/>
        </p:nvPicPr>
        <p:blipFill>
          <a:blip r:embed="rId2"/>
          <a:stretch>
            <a:fillRect/>
          </a:stretch>
        </p:blipFill>
        <p:spPr>
          <a:xfrm>
            <a:off x="6096000" y="1382003"/>
            <a:ext cx="5873445" cy="3105386"/>
          </a:xfrm>
          <a:prstGeom prst="rect">
            <a:avLst/>
          </a:prstGeom>
        </p:spPr>
      </p:pic>
      <p:pic>
        <p:nvPicPr>
          <p:cNvPr id="5" name="Picture 4">
            <a:extLst>
              <a:ext uri="{FF2B5EF4-FFF2-40B4-BE49-F238E27FC236}">
                <a16:creationId xmlns:a16="http://schemas.microsoft.com/office/drawing/2014/main" id="{DCE49EA1-9B49-4FC1-08C5-22CC0F42D649}"/>
              </a:ext>
            </a:extLst>
          </p:cNvPr>
          <p:cNvPicPr>
            <a:picLocks noChangeAspect="1"/>
          </p:cNvPicPr>
          <p:nvPr/>
        </p:nvPicPr>
        <p:blipFill>
          <a:blip r:embed="rId3"/>
          <a:stretch>
            <a:fillRect/>
          </a:stretch>
        </p:blipFill>
        <p:spPr>
          <a:xfrm>
            <a:off x="413055" y="1175442"/>
            <a:ext cx="5187645" cy="3311947"/>
          </a:xfrm>
          <a:prstGeom prst="rect">
            <a:avLst/>
          </a:prstGeom>
        </p:spPr>
      </p:pic>
      <p:sp>
        <p:nvSpPr>
          <p:cNvPr id="6" name="TextBox 5">
            <a:extLst>
              <a:ext uri="{FF2B5EF4-FFF2-40B4-BE49-F238E27FC236}">
                <a16:creationId xmlns:a16="http://schemas.microsoft.com/office/drawing/2014/main" id="{D4AB31C5-B3F2-8E31-A13C-C7470F80AD89}"/>
              </a:ext>
            </a:extLst>
          </p:cNvPr>
          <p:cNvSpPr txBox="1"/>
          <p:nvPr/>
        </p:nvSpPr>
        <p:spPr>
          <a:xfrm>
            <a:off x="1168400" y="177800"/>
            <a:ext cx="5308600" cy="461665"/>
          </a:xfrm>
          <a:prstGeom prst="rect">
            <a:avLst/>
          </a:prstGeom>
          <a:noFill/>
        </p:spPr>
        <p:txBody>
          <a:bodyPr wrap="square" rtlCol="0">
            <a:spAutoFit/>
          </a:bodyPr>
          <a:lstStyle/>
          <a:p>
            <a:r>
              <a:rPr lang="en-GB" sz="2400" b="1"/>
              <a:t>Initial plot visualisation attempts</a:t>
            </a:r>
          </a:p>
        </p:txBody>
      </p:sp>
      <p:sp>
        <p:nvSpPr>
          <p:cNvPr id="7" name="TextBox 6">
            <a:extLst>
              <a:ext uri="{FF2B5EF4-FFF2-40B4-BE49-F238E27FC236}">
                <a16:creationId xmlns:a16="http://schemas.microsoft.com/office/drawing/2014/main" id="{EEE2D8FE-0E66-A718-69F2-42097990CBAC}"/>
              </a:ext>
            </a:extLst>
          </p:cNvPr>
          <p:cNvSpPr txBox="1"/>
          <p:nvPr/>
        </p:nvSpPr>
        <p:spPr>
          <a:xfrm>
            <a:off x="794055" y="5014332"/>
            <a:ext cx="5682945" cy="923330"/>
          </a:xfrm>
          <a:prstGeom prst="rect">
            <a:avLst/>
          </a:prstGeom>
          <a:noFill/>
        </p:spPr>
        <p:txBody>
          <a:bodyPr wrap="square" rtlCol="0">
            <a:spAutoFit/>
          </a:bodyPr>
          <a:lstStyle/>
          <a:p>
            <a:r>
              <a:rPr lang="en-GB"/>
              <a:t>Using fixed values - no SpeedyWeather interaction</a:t>
            </a:r>
          </a:p>
          <a:p>
            <a:r>
              <a:rPr lang="en-GB"/>
              <a:t>Tuesday 25</a:t>
            </a:r>
            <a:r>
              <a:rPr lang="en-GB" baseline="30000"/>
              <a:t>th</a:t>
            </a:r>
            <a:r>
              <a:rPr lang="en-GB"/>
              <a:t> and Wednesday 26</a:t>
            </a:r>
            <a:r>
              <a:rPr lang="en-GB" baseline="30000"/>
              <a:t>th</a:t>
            </a:r>
            <a:r>
              <a:rPr lang="en-GB"/>
              <a:t> November</a:t>
            </a:r>
          </a:p>
        </p:txBody>
      </p:sp>
    </p:spTree>
    <p:extLst>
      <p:ext uri="{BB962C8B-B14F-4D97-AF65-F5344CB8AC3E}">
        <p14:creationId xmlns:p14="http://schemas.microsoft.com/office/powerpoint/2010/main" val="41310446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screen shot of a screen&#10;&#10;AI-generated content may be incorrect.">
            <a:extLst>
              <a:ext uri="{FF2B5EF4-FFF2-40B4-BE49-F238E27FC236}">
                <a16:creationId xmlns:a16="http://schemas.microsoft.com/office/drawing/2014/main" id="{38E965F9-4055-10A0-8378-DC7F186F23B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344317" y="230124"/>
            <a:ext cx="3814163" cy="6229994"/>
          </a:xfrm>
          <a:prstGeom prst="rect">
            <a:avLst/>
          </a:prstGeom>
        </p:spPr>
      </p:pic>
      <p:sp>
        <p:nvSpPr>
          <p:cNvPr id="4" name="TextBox 3">
            <a:extLst>
              <a:ext uri="{FF2B5EF4-FFF2-40B4-BE49-F238E27FC236}">
                <a16:creationId xmlns:a16="http://schemas.microsoft.com/office/drawing/2014/main" id="{F7DD09CF-F2C7-B132-08AD-912B6A196443}"/>
              </a:ext>
            </a:extLst>
          </p:cNvPr>
          <p:cNvSpPr txBox="1"/>
          <p:nvPr/>
        </p:nvSpPr>
        <p:spPr>
          <a:xfrm>
            <a:off x="596766" y="952901"/>
            <a:ext cx="2839453" cy="923330"/>
          </a:xfrm>
          <a:prstGeom prst="rect">
            <a:avLst/>
          </a:prstGeom>
          <a:noFill/>
        </p:spPr>
        <p:txBody>
          <a:bodyPr wrap="square" rtlCol="0">
            <a:spAutoFit/>
          </a:bodyPr>
          <a:lstStyle/>
          <a:p>
            <a:r>
              <a:rPr lang="en-GB"/>
              <a:t>Attempt to plot arrows on top of hand drawn image </a:t>
            </a:r>
          </a:p>
        </p:txBody>
      </p:sp>
    </p:spTree>
    <p:extLst>
      <p:ext uri="{BB962C8B-B14F-4D97-AF65-F5344CB8AC3E}">
        <p14:creationId xmlns:p14="http://schemas.microsoft.com/office/powerpoint/2010/main" val="4246562073"/>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Quotable">
  <a:themeElements>
    <a:clrScheme name="Yellow Orange">
      <a:dk1>
        <a:sysClr val="windowText" lastClr="000000"/>
      </a:dk1>
      <a:lt1>
        <a:sysClr val="window" lastClr="FFFFFF"/>
      </a:lt1>
      <a:dk2>
        <a:srgbClr val="4E3B30"/>
      </a:dk2>
      <a:lt2>
        <a:srgbClr val="FBEEC9"/>
      </a:lt2>
      <a:accent1>
        <a:srgbClr val="F0A22E"/>
      </a:accent1>
      <a:accent2>
        <a:srgbClr val="A5644E"/>
      </a:accent2>
      <a:accent3>
        <a:srgbClr val="B58B80"/>
      </a:accent3>
      <a:accent4>
        <a:srgbClr val="C3986D"/>
      </a:accent4>
      <a:accent5>
        <a:srgbClr val="A19574"/>
      </a:accent5>
      <a:accent6>
        <a:srgbClr val="C17529"/>
      </a:accent6>
      <a:hlink>
        <a:srgbClr val="AD1F1F"/>
      </a:hlink>
      <a:folHlink>
        <a:srgbClr val="FFC42F"/>
      </a:folHlink>
    </a:clrScheme>
    <a:fontScheme name="Quotable">
      <a:maj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Quotable">
      <a:fillStyleLst>
        <a:solidFill>
          <a:schemeClr val="phClr"/>
        </a:solidFill>
        <a:gradFill rotWithShape="1">
          <a:gsLst>
            <a:gs pos="0">
              <a:schemeClr val="phClr">
                <a:tint val="80000"/>
                <a:lumMod val="105000"/>
              </a:schemeClr>
            </a:gs>
            <a:gs pos="100000">
              <a:schemeClr val="phClr">
                <a:tint val="90000"/>
              </a:schemeClr>
            </a:gs>
          </a:gsLst>
          <a:lin ang="5400000" scaled="0"/>
        </a:gradFill>
        <a:blipFill rotWithShape="1">
          <a:blip xmlns:r="http://schemas.openxmlformats.org/officeDocument/2006/relationships" r:embed="rId1">
            <a:duotone>
              <a:schemeClr val="phClr">
                <a:tint val="98000"/>
                <a:lumMod val="102000"/>
              </a:schemeClr>
              <a:schemeClr val="phClr">
                <a:shade val="98000"/>
                <a:lumMod val="98000"/>
              </a:schemeClr>
            </a:duotone>
          </a:blip>
          <a:tile tx="0" ty="0" sx="100000" sy="100000" flip="none" algn="tl"/>
        </a:blipFill>
      </a:fillStyleLst>
      <a:lnStyleLst>
        <a:ln w="9525" cap="rnd" cmpd="sng" algn="ctr">
          <a:solidFill>
            <a:schemeClr val="phClr"/>
          </a:solidFill>
          <a:prstDash val="solid"/>
        </a:ln>
        <a:ln w="15875" cap="rnd" cmpd="sng" algn="ctr">
          <a:solidFill>
            <a:schemeClr val="phClr"/>
          </a:solidFill>
          <a:prstDash val="solid"/>
        </a:ln>
        <a:ln w="25400" cap="rnd" cmpd="sng" algn="ctr">
          <a:solidFill>
            <a:schemeClr val="phClr"/>
          </a:solidFill>
          <a:prstDash val="solid"/>
        </a:ln>
      </a:lnStyleLst>
      <a:effectStyleLst>
        <a:effectStyle>
          <a:effectLst/>
        </a:effectStyle>
        <a:effectStyle>
          <a:effectLst/>
        </a:effectStyle>
        <a:effectStyle>
          <a:effectLst>
            <a:innerShdw blurRad="63500" dist="25400" dir="13500000">
              <a:srgbClr val="000000">
                <a:alpha val="75000"/>
              </a:srgbClr>
            </a:innerShdw>
          </a:effectLst>
        </a:effectStyle>
      </a:effectStyleLst>
      <a:bgFillStyleLst>
        <a:solidFill>
          <a:schemeClr val="phClr"/>
        </a:solidFill>
        <a:gradFill rotWithShape="1">
          <a:gsLst>
            <a:gs pos="0">
              <a:schemeClr val="phClr">
                <a:tint val="100000"/>
              </a:schemeClr>
            </a:gs>
            <a:gs pos="100000">
              <a:schemeClr val="phClr">
                <a:tint val="84000"/>
                <a:shade val="84000"/>
                <a:lumMod val="90000"/>
              </a:schemeClr>
            </a:gs>
          </a:gsLst>
          <a:lin ang="5400000" scaled="0"/>
        </a:gradFill>
        <a:gradFill rotWithShape="1">
          <a:gsLst>
            <a:gs pos="0">
              <a:schemeClr val="phClr">
                <a:tint val="84000"/>
                <a:shade val="90000"/>
                <a:satMod val="120000"/>
                <a:lumMod val="90000"/>
              </a:schemeClr>
            </a:gs>
            <a:gs pos="100000">
              <a:schemeClr val="phClr"/>
            </a:gs>
          </a:gsLst>
          <a:lin ang="5400000" scaled="0"/>
        </a:gradFill>
      </a:bgFillStyleLst>
    </a:fmtScheme>
  </a:themeElements>
  <a:objectDefaults/>
  <a:extraClrSchemeLst/>
  <a:extLst>
    <a:ext uri="{05A4C25C-085E-4340-85A3-A5531E510DB2}">
      <thm15:themeFamily xmlns:thm15="http://schemas.microsoft.com/office/thememl/2012/main" name="Quotable" id="{39EC5628-30ED-4578-ACD8-9820EDB8E15A}" vid="{6F3559E9-1A4C-49D8-94D4-F41003531C49}"/>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TM03457503[[fn=Quotable]]</Template>
  <Application>Microsoft Office PowerPoint</Application>
  <PresentationFormat>Widescreen</PresentationFormat>
  <Slides>14</Slides>
  <Notes>1</Notes>
  <HiddenSlides>0</HiddenSlides>
  <ScaleCrop>false</ScaleCrop>
  <HeadingPairs>
    <vt:vector size="4" baseType="variant">
      <vt:variant>
        <vt:lpstr>Theme</vt:lpstr>
      </vt:variant>
      <vt:variant>
        <vt:i4>1</vt:i4>
      </vt:variant>
      <vt:variant>
        <vt:lpstr>Slide Titles</vt:lpstr>
      </vt:variant>
      <vt:variant>
        <vt:i4>14</vt:i4>
      </vt:variant>
    </vt:vector>
  </HeadingPairs>
  <TitlesOfParts>
    <vt:vector size="15" baseType="lpstr">
      <vt:lpstr>Quotable</vt:lpstr>
      <vt:lpstr>Trenberth Diagram</vt:lpstr>
      <vt:lpstr>Brief</vt:lpstr>
      <vt:lpstr>Project 1: Trenberth Diagram</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Project Development</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Lucy Harlow</dc:creator>
  <cp:revision>1</cp:revision>
  <dcterms:created xsi:type="dcterms:W3CDTF">2025-11-26T11:54:44Z</dcterms:created>
  <dcterms:modified xsi:type="dcterms:W3CDTF">2025-11-27T09:59:59Z</dcterms:modified>
</cp:coreProperties>
</file>